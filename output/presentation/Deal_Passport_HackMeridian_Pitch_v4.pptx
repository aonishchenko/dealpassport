
<file path=[Content_Types].xml><?xml version="1.0" encoding="utf-8"?>
<Types xmlns="http://schemas.openxmlformats.org/package/2006/content-types">
  <Default Extension="xml" ContentType="application/vnd.openxmlformats-package.core-properties+xml"/>
  <Default Extension="dat" ContentType="application/x-fontdata"/>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a6f534d5d8a4fe5" /><Relationship Type="http://schemas.openxmlformats.org/officeDocument/2006/relationships/extended-properties" Target="/docProps/app.xml" Id="Rc88f4bbaa6584f04" /><Relationship Type="http://schemas.openxmlformats.org/officeDocument/2006/relationships/officeDocument" Target="/ppt/presentation.xml" Id="Rd83552a889794717"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2c5d9e65983d4b60"/>
  </p:sldMasterIdLst>
  <p:notesMasterIdLst>
    <p:notesMasterId xmlns:r="http://schemas.openxmlformats.org/officeDocument/2006/relationships" r:id="R923d771cd30a47fc"/>
  </p:notesMasterIdLst>
  <p:sldIdLst>
    <p:sldId xmlns:r="http://schemas.openxmlformats.org/officeDocument/2006/relationships" id="256" r:id="R1cf8b828486c4150"/>
    <p:sldId xmlns:r="http://schemas.openxmlformats.org/officeDocument/2006/relationships" id="257" r:id="R11b361b1c11c4c35"/>
    <p:sldId xmlns:r="http://schemas.openxmlformats.org/officeDocument/2006/relationships" id="258" r:id="R27972ece71204b96"/>
    <p:sldId xmlns:r="http://schemas.openxmlformats.org/officeDocument/2006/relationships" id="259" r:id="R76aa46bb09a84af0"/>
    <p:sldId xmlns:r="http://schemas.openxmlformats.org/officeDocument/2006/relationships" id="260" r:id="R49cb047e937743e3"/>
    <p:sldId xmlns:r="http://schemas.openxmlformats.org/officeDocument/2006/relationships" id="261" r:id="Redf326b6ccff4e11"/>
  </p:sldIdLst>
  <p:sldSz cx="18288000" cy="10287000"/>
  <p:notesSz cx="6858000" cy="9144000"/>
  <p:embeddedFontLst>
    <p:embeddedFont>
      <p:font typeface="Instrument Sans"/>
      <p:regular xmlns:r="http://schemas.openxmlformats.org/officeDocument/2006/relationships" r:id="R328d1e74b63b4113"/>
      <p:bold xmlns:r="http://schemas.openxmlformats.org/officeDocument/2006/relationships" r:id="R44c54a273bdb4e42"/>
      <p:italic xmlns:r="http://schemas.openxmlformats.org/officeDocument/2006/relationships" r:id="R9c5b6e1448a7411f"/>
      <p:boldItalic xmlns:r="http://schemas.openxmlformats.org/officeDocument/2006/relationships" r:id="R9a2685f53f084244"/>
    </p:embeddedFont>
    <p:embeddedFont>
      <p:font typeface="Inter Tight"/>
      <p:regular xmlns:r="http://schemas.openxmlformats.org/officeDocument/2006/relationships" r:id="R5302bc7ec5534262"/>
      <p:bold xmlns:r="http://schemas.openxmlformats.org/officeDocument/2006/relationships" r:id="R854626c09f744b69"/>
      <p:italic xmlns:r="http://schemas.openxmlformats.org/officeDocument/2006/relationships" r:id="Rba9545441da24844"/>
      <p:boldItalic xmlns:r="http://schemas.openxmlformats.org/officeDocument/2006/relationships" r:id="Ra78b66a44dc3491c"/>
    </p:embeddedFont>
    <p:embeddedFont>
      <p:font typeface="JetBrains Mono"/>
      <p:regular xmlns:r="http://schemas.openxmlformats.org/officeDocument/2006/relationships" r:id="R990705af18e74963"/>
      <p:bold xmlns:r="http://schemas.openxmlformats.org/officeDocument/2006/relationships" r:id="Rcf3d0237d0a24b9f"/>
      <p:italic xmlns:r="http://schemas.openxmlformats.org/officeDocument/2006/relationships" r:id="R1e52653f1e2344ec"/>
      <p:boldItalic xmlns:r="http://schemas.openxmlformats.org/officeDocument/2006/relationships" r:id="Rf7efd7fb4d3145c6"/>
    </p:embeddedFont>
  </p:embeddedFontLst>
  <p:defaultTextStyle>
    <a:defPPr xmlns:a="http://schemas.openxmlformats.org/drawingml/2006/main" marR="0" algn="l">
      <a:lnSpc>
        <a:spcPct val="100000"/>
      </a:lnSpc>
      <a:spcBef>
        <a:spcPts val="0"/>
      </a:spcBef>
      <a:spcAft>
        <a:spcPts val="0"/>
      </a:spcAft>
      <a:buNone/>
    </a:defPPr>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viewPr>
</file>

<file path=ppt/_rels/presentation.xml.rels>&#65279;<?xml version="1.0" encoding="utf-8"?><Relationships xmlns="http://schemas.openxmlformats.org/package/2006/relationships"><Relationship Type="http://schemas.openxmlformats.org/officeDocument/2006/relationships/theme" Target="/ppt/theme/theme1.xml" Id="R334b05fe2f2d4e1f" /><Relationship Type="http://schemas.openxmlformats.org/officeDocument/2006/relationships/slideMaster" Target="/ppt/slideMasters/slideMaster1.xml" Id="R2c5d9e65983d4b60" /><Relationship Type="http://schemas.openxmlformats.org/officeDocument/2006/relationships/notesMaster" Target="/ppt/notesMasters/notesMaster1.xml" Id="R923d771cd30a47fc" /><Relationship Type="http://schemas.openxmlformats.org/officeDocument/2006/relationships/presProps" Target="/ppt/presProps.xml" Id="Rc296489af0404ade" /><Relationship Type="http://schemas.openxmlformats.org/officeDocument/2006/relationships/viewProps" Target="/ppt/viewProps.xml" Id="R27e6bb62219c4562" /><Relationship Type="http://schemas.openxmlformats.org/officeDocument/2006/relationships/tableStyles" Target="/ppt/tableStyles.xml" Id="Rb8c9d85bd57945d1" /><Relationship Type="http://schemas.openxmlformats.org/officeDocument/2006/relationships/font" Target="/ppt/fonts/font.dat" Id="R328d1e74b63b4113" /><Relationship Type="http://schemas.openxmlformats.org/officeDocument/2006/relationships/font" Target="/ppt/fonts/font2.dat" Id="R44c54a273bdb4e42" /><Relationship Type="http://schemas.openxmlformats.org/officeDocument/2006/relationships/font" Target="/ppt/fonts/font3.dat" Id="R9c5b6e1448a7411f" /><Relationship Type="http://schemas.openxmlformats.org/officeDocument/2006/relationships/font" Target="/ppt/fonts/font4.dat" Id="R9a2685f53f084244" /><Relationship Type="http://schemas.openxmlformats.org/officeDocument/2006/relationships/font" Target="/ppt/fonts/font5.dat" Id="R5302bc7ec5534262" /><Relationship Type="http://schemas.openxmlformats.org/officeDocument/2006/relationships/font" Target="/ppt/fonts/font6.dat" Id="R854626c09f744b69" /><Relationship Type="http://schemas.openxmlformats.org/officeDocument/2006/relationships/font" Target="/ppt/fonts/font7.dat" Id="Rba9545441da24844" /><Relationship Type="http://schemas.openxmlformats.org/officeDocument/2006/relationships/font" Target="/ppt/fonts/font8.dat" Id="Ra78b66a44dc3491c" /><Relationship Type="http://schemas.openxmlformats.org/officeDocument/2006/relationships/font" Target="/ppt/fonts/font9.dat" Id="R990705af18e74963" /><Relationship Type="http://schemas.openxmlformats.org/officeDocument/2006/relationships/font" Target="/ppt/fonts/font10.dat" Id="Rcf3d0237d0a24b9f" /><Relationship Type="http://schemas.openxmlformats.org/officeDocument/2006/relationships/font" Target="/ppt/fonts/font11.dat" Id="R1e52653f1e2344ec" /><Relationship Type="http://schemas.openxmlformats.org/officeDocument/2006/relationships/font" Target="/ppt/fonts/font12.dat" Id="Rf7efd7fb4d3145c6" /><Relationship Type="http://schemas.openxmlformats.org/officeDocument/2006/relationships/slide" Target="/ppt/slides/slide1.xml" Id="R1cf8b828486c4150" /><Relationship Type="http://schemas.openxmlformats.org/officeDocument/2006/relationships/slide" Target="/ppt/slides/slide2.xml" Id="R11b361b1c11c4c35" /><Relationship Type="http://schemas.openxmlformats.org/officeDocument/2006/relationships/slide" Target="/ppt/slides/slide3.xml" Id="R27972ece71204b96" /><Relationship Type="http://schemas.openxmlformats.org/officeDocument/2006/relationships/slide" Target="/ppt/slides/slide4.xml" Id="R76aa46bb09a84af0" /><Relationship Type="http://schemas.openxmlformats.org/officeDocument/2006/relationships/slide" Target="/ppt/slides/slide5.xml" Id="R49cb047e937743e3" /><Relationship Type="http://schemas.openxmlformats.org/officeDocument/2006/relationships/slide" Target="/ppt/slides/slide6.xml" Id="Redf326b6ccff4e1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51ea9cbf04a4a8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9476d156d384cc4" /><Relationship Type="http://schemas.openxmlformats.org/officeDocument/2006/relationships/notesMaster" Target="/ppt/notesMasters/notesMaster1.xml" Id="Rea70d581193e4f6c" /></Relationships>
</file>

<file path=ppt/notesSlides/_rels/notesSlide2.xml.rels>&#65279;<?xml version="1.0" encoding="utf-8"?><Relationships xmlns="http://schemas.openxmlformats.org/package/2006/relationships"><Relationship Type="http://schemas.openxmlformats.org/officeDocument/2006/relationships/slide" Target="/ppt/slides/slide2.xml" Id="R86d828bad8344fb1" /><Relationship Type="http://schemas.openxmlformats.org/officeDocument/2006/relationships/notesMaster" Target="/ppt/notesMasters/notesMaster1.xml" Id="Rafa10fcc73734d68" /></Relationships>
</file>

<file path=ppt/notesSlides/_rels/notesSlide3.xml.rels>&#65279;<?xml version="1.0" encoding="utf-8"?><Relationships xmlns="http://schemas.openxmlformats.org/package/2006/relationships"><Relationship Type="http://schemas.openxmlformats.org/officeDocument/2006/relationships/slide" Target="/ppt/slides/slide3.xml" Id="R6560b588b03e4f00" /><Relationship Type="http://schemas.openxmlformats.org/officeDocument/2006/relationships/notesMaster" Target="/ppt/notesMasters/notesMaster1.xml" Id="R69e35b772a1c47a6" /></Relationships>
</file>

<file path=ppt/notesSlides/_rels/notesSlide4.xml.rels>&#65279;<?xml version="1.0" encoding="utf-8"?><Relationships xmlns="http://schemas.openxmlformats.org/package/2006/relationships"><Relationship Type="http://schemas.openxmlformats.org/officeDocument/2006/relationships/slide" Target="/ppt/slides/slide4.xml" Id="R06ef94fe4dd14672" /><Relationship Type="http://schemas.openxmlformats.org/officeDocument/2006/relationships/notesMaster" Target="/ppt/notesMasters/notesMaster1.xml" Id="R881e9615a92b4007" /></Relationships>
</file>

<file path=ppt/notesSlides/_rels/notesSlide5.xml.rels>&#65279;<?xml version="1.0" encoding="utf-8"?><Relationships xmlns="http://schemas.openxmlformats.org/package/2006/relationships"><Relationship Type="http://schemas.openxmlformats.org/officeDocument/2006/relationships/slide" Target="/ppt/slides/slide5.xml" Id="Rf6d82a26b9e24e3c" /><Relationship Type="http://schemas.openxmlformats.org/officeDocument/2006/relationships/notesMaster" Target="/ppt/notesMasters/notesMaster1.xml" Id="R2c37c41bfdc74215" /></Relationships>
</file>

<file path=ppt/notesSlides/_rels/notesSlide6.xml.rels>&#65279;<?xml version="1.0" encoding="utf-8"?><Relationships xmlns="http://schemas.openxmlformats.org/package/2006/relationships"><Relationship Type="http://schemas.openxmlformats.org/officeDocument/2006/relationships/slide" Target="/ppt/slides/slide6.xml" Id="Re6706c9ed3df4096" /><Relationship Type="http://schemas.openxmlformats.org/officeDocument/2006/relationships/notesMaster" Target="/ppt/notesMasters/notesMaster1.xml" Id="Rdfb18553871f480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Deal Passport, EasyAI, solo builder Oleksiy Onishchenko. Live demo: https://dealpassport.aonishchenko33.workers.dev. Repository: https://github.com/aonishchenko/dealpassport.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Current evidence: docs/evidence/gate-a.json, gate-b.json, gate-c.json, gate-d.json and gate-e.json. The public browser created real Testnet policies, generated a Groth16 proof locally in 2.4 and 2.6 seconds on this machine, qualified the buyer, attested property-specific marketing authority, recorded both account-authenticated consents and fetched a server-protected synthetic dossier. Replay was rejected in simulation; a forged issuer produced a failed Testnet transaction. Underfunded and expired credentials failed the browser circuit. Withdrawal and revocation were verified through the integration API. These are synthetic demonstration results, not production attestations, customer adoption, revenue or an external security audit. The single-party setup and educational verifier remain unaudited. Proofs last only the current five-minute ledger epoch; a fresh demo uses a new deal.</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No pre-event Deal Passport code, designs or assets. Reused libraries and educational verifier are attributed in docs/THIRD_PARTY.md. Original source rights and dependency license exceptions are described in LICENSE; do not present the entire stack as exclusively proprietary.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The issuer certifies a private credential containing eligible balance and expiry. The buyer proves membership and balance &gt;= the stored threshold while binding the proof to the deal, receiving account and current epoch. Seller authority is an authenticated AUTHORIZED_TO_MARKET claim, not ownership, title or planning approval. Both consents are required before a fresh chain read permits the backend to return the synthetic dossier.</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Current evidence: docs/evidence/gate-a.json, gate-b.json, gate-c.json, gate-d.json and gate-e.json. The public browser created real Testnet policies, generated a Groth16 proof locally in 2.4 and 2.6 seconds on this machine, qualified the buyer, attested property-specific marketing authority, recorded both account-authenticated consents and fetched a server-protected synthetic dossier. Replay was rejected in simulation; a forged issuer produced a failed Testnet transaction. Underfunded and expired credentials failed the browser circuit. Withdrawal and revocation were verified through the integration API. These are synthetic demonstration results, not production attestations, customer adoption, revenue or an external security audit. The single-party setup and educational verifier remain unaudited. Proofs last only the current five-minute ledger epoch; a fresh demo uses a new deal.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The initial customer is an off-market platform or licensed real-estate intermediary that repeatedly qualifies counterparties before sharing sensitive property evidence. The product hypothesis is that reusable credentials and mutual disclosure can reduce repeated document requests. Price hypothesis: €89 per month or per-verification fees. There is no claim of validated demand, paying customers, secured pilots, achieved revenue or measured savings.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Portugal recorded 169,812 completed home sales totaling €41.2 billion in 2025. This describes all home sales and is market context, not the addressable market or a forecast. Source: Direção Geral de Economia, reporting INE, 24 March 2026: https://estatistica.dgeconomia.gov.pt/indice-de-precos-da-habitacao-ine-18/ (checked 25 October 2026).</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Next: test acceptance with a Portuguese licensed broker, compare repeated document requests and qualification time, then evaluate qualified financial and property issuers. Empiro is a possible future integration context. No Empiro integration or partnership is claimed here.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Step 02 continuation. These are adjacent competitors and existing specialized services, not evidence that Deal Passport has product-market fit.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RealOpen documents a crypto proof-of-funds workflow and a letter that shows the verified dollar balance. Deal Passport's proposed addition is an issuer-backed threshold proof that hides the exact balance. Source: https://realopen.com/get-started (accessed 25 October 2026).</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IntegraLayer describes an onchain Asset Passport enriched with property data and verified by attestors including lawyers, valuers and inspectors. Deal Passport applies a specific authority claim to mutual qualification for one deal. Source: https://integralayer.com/ (accessed 25 October 2026).</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MERKAO offers investor/seller verification, proof-of-funds checks, NDAs and confidential data rooms. It reports 250+ verified professionals. This is a company-reported network metric, not audited usage, revenue or an addressable-market estimate. Source: https://www.merkao.io/ (accessed 25 October 2026).</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Inference: existing offerings and MERKAO's reported network are demand signals for the surrounding verification/confidential-deal category. They do not prove high demand for Deal Passport, willingness to pay €89/month, or a secured customer pipeline.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Novelty claim: the combination of an issuer-bound private buyer threshold, a property-specific seller claim and mutually consented disclosure under the same deal policy. This comparison identifies differences from the reviewed published offers. It does not establish worldwide uniqueness or the absence of equivalent competitor features. The full synthetic buyer/seller/consent/dossier workflow is now implemented and verified on Testnet; see gate-e.json.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Live demo: https://dealpassport.aonishchenko33.workers.dev. Stack: React/TypeScript, browser snarkjs prover, Circom, Rust/Soroban BN254, Cloudflare Worker and D1.</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Current evidence: docs/evidence/gate-a.json, gate-b.json, gate-c.json, gate-d.json and gate-e.json. The public browser created real Testnet policies, generated a Groth16 proof locally in 2.4 and 2.6 seconds on this machine, qualified the buyer, attested property-specific marketing authority, recorded both account-authenticated consents and fetched a server-protected synthetic dossier. Replay was rejected in simulation; a forged issuer produced a failed Testnet transaction. Underfunded and expired credentials failed the browser circuit. Withdrawal and revocation were verified through the integration API. These are synthetic demonstration results, not production attestations, customer adoption, revenue or an external security audit. The single-party setup and educational verifier remain unaudited. Proofs last only the current five-minute ledger epoch; a fresh demo uses a new deal.</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The service signs with disposable publicly linkable Testnet persona accounts. All personas can be explored by the same visitor within that visitor's synthetic session. This is not production identity authentication. Browser snarkjs and related proving dependencies retain their GPL licenses; the original business logic's rights-reserved notice does not override them.</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Team EasyAI, participant Oleksiy Onishchenko (solo). Worked out the idea, architecture and implementation and took it through a working Testnet MVP and browser demonstration. Oleksiy handles reviews, corrections and final submission.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CV summary supplied by Oleksiy: 25+ years in software, fintech/cloud systems, solo production marketplaces, Engineering Manager at 3Commas and R&amp;D Engineering Director at OpenCascade. These are participant-supplied professional history claims, not independently audited.</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AI tooling: ChatGPT for idea exploration/specification; Codex for repository work, implementation, debugging, verification, presentation and demo material preparation.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 supplied CV and team details. No personal contact information is included.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1fb016b0ed54617"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57f3920ff5ae44b2"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46a820976e92449f"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2b70b2fb33f747d4"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465f116a4d2b413c"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549fa50b7c974fcc"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fc05cb56518f4ac8"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1a0e31bd1b4542ae"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78d98f44b90546d2"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1d94300ce1654be3"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7bdc796dcc2e4e6d" /></Relationships>
</file>

<file path=ppt/slideLayouts/slideLayout1.xml><?xml version="1.0" encoding="utf-8"?>
<p:sldLayout xmlns:p="http://schemas.openxmlformats.org/presentationml/2006/main" matchingName="Blank" type="blank">
  <p:cSld name="BLANK">
    <p:spTree>
      <p:nvGrpSpPr>
        <p:cNvPr id="1" name=""/>
        <p:cNvGrpSpPr/>
        <p:nvPr/>
      </p:nvGrpSpPr>
      <p:grpSpPr>
        <a:xfrm xmlns:a="http://schemas.openxmlformats.org/drawingml/2006/main"/>
      </p:grpSpPr>
      <p:sp>
        <p:nvSpPr>
          <p:cNvPr id="12" name="Google Shape;12;p2">
            <a:extLst xmlns:a="http://schemas.openxmlformats.org/drawingml/2006/main">
              <a:ext uri="{FF2B5EF4-FFF2-40B4-BE49-F238E27FC236}">
                <a16:creationId xmlns:a16="http://schemas.microsoft.com/office/drawing/2014/main" id="{FAB1C9E6-EAF3-42B7-8CE3-19126ADDA28C}"/>
              </a:ext>
            </a:extLst>
          </p:cNvPr>
          <p:cNvSpPr>
            <a:spLocks xmlns:a="http://schemas.openxmlformats.org/drawingml/2006/main" noGrp="1"/>
          </p:cNvSpPr>
          <p:nvPr>
            <p:ph type="dt" idx="10"/>
          </p:nvPr>
        </p:nvSpPr>
        <p:spPr>
          <a:xfrm xmlns:a="http://schemas.openxmlformats.org/drawingml/2006/main">
            <a:off x="457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13" name="Google Shape;13;p2">
            <a:extLst xmlns:a="http://schemas.openxmlformats.org/drawingml/2006/main">
              <a:ext uri="{FF2B5EF4-FFF2-40B4-BE49-F238E27FC236}">
                <a16:creationId xmlns:a16="http://schemas.microsoft.com/office/drawing/2014/main" id="{83BE4A12-1411-4A7B-9D53-D62A71065216}"/>
              </a:ext>
            </a:extLst>
          </p:cNvPr>
          <p:cNvSpPr>
            <a:spLocks xmlns:a="http://schemas.openxmlformats.org/drawingml/2006/main" noGrp="1"/>
          </p:cNvSpPr>
          <p:nvPr>
            <p:ph type="ftr" idx="11"/>
          </p:nvPr>
        </p:nvSpPr>
        <p:spPr>
          <a:xfrm xmlns:a="http://schemas.openxmlformats.org/drawingml/2006/main">
            <a:off x="3124200" y="6356350"/>
            <a:ext cx="2895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14" name="Google Shape;14;p2">
            <a:extLst xmlns:a="http://schemas.openxmlformats.org/drawingml/2006/main">
              <a:ext uri="{FF2B5EF4-FFF2-40B4-BE49-F238E27FC236}">
                <a16:creationId xmlns:a16="http://schemas.microsoft.com/office/drawing/2014/main" id="{6D7184D7-D0BE-43B6-9337-03B0F6E4BFD6}"/>
              </a:ext>
            </a:extLst>
          </p:cNvPr>
          <p:cNvSpPr>
            <a:spLocks xmlns:a="http://schemas.openxmlformats.org/drawingml/2006/main" noGrp="1"/>
          </p:cNvSpPr>
          <p:nvPr>
            <p:ph type="sldNum" idx="12"/>
          </p:nvPr>
        </p:nvSpPr>
        <p:spPr>
          <a:xfrm xmlns:a="http://schemas.openxmlformats.org/drawingml/2006/main">
            <a:off x="6553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2.xml><?xml version="1.0" encoding="utf-8"?>
<p:sldLayout xmlns:p="http://schemas.openxmlformats.org/presentationml/2006/main" matchingName="Title Slide" type="title">
  <p:cSld name="TITLE">
    <p:spTree>
      <p:nvGrpSpPr>
        <p:cNvPr id="1" name=""/>
        <p:cNvGrpSpPr/>
        <p:nvPr/>
      </p:nvGrpSpPr>
      <p:grpSpPr>
        <a:xfrm xmlns:a="http://schemas.openxmlformats.org/drawingml/2006/main"/>
      </p:grpSpPr>
      <p:sp>
        <p:nvSpPr>
          <p:cNvPr id="16" name="Google Shape;16;p3">
            <a:extLst xmlns:a="http://schemas.openxmlformats.org/drawingml/2006/main">
              <a:ext uri="{FF2B5EF4-FFF2-40B4-BE49-F238E27FC236}">
                <a16:creationId xmlns:a16="http://schemas.microsoft.com/office/drawing/2014/main" id="{5151DFDD-648D-4FB3-9FAD-B750F0B5CB13}"/>
              </a:ext>
            </a:extLst>
          </p:cNvPr>
          <p:cNvSpPr>
            <a:spLocks xmlns:a="http://schemas.openxmlformats.org/drawingml/2006/main" noGrp="1"/>
          </p:cNvSpPr>
          <p:nvPr>
            <p:ph type="ctrTitle" idx="0"/>
          </p:nvPr>
        </p:nvSpPr>
        <p:spPr>
          <a:xfrm xmlns:a="http://schemas.openxmlformats.org/drawingml/2006/main">
            <a:off x="685800" y="2130425"/>
            <a:ext cx="7772400" cy="14700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ctr">
              <a:spcBef>
                <a:spcPts val="0"/>
              </a:spcBef>
              <a:spcAft>
                <a:spcPts val="0"/>
              </a:spcAft>
              <a:buClr>
                <a:schemeClr val="dk1"/>
              </a:buClr>
              <a:buSzPts val="1800"/>
              <a:buNone/>
              <a:defRPr/>
            </a:lvl1pPr>
            <a:lvl2pPr>
              <a:spcBef>
                <a:spcPts val="0"/>
              </a:spcBef>
              <a:spcAft>
                <a:spcPts val="0"/>
              </a:spcAft>
              <a:buSzPts val="1400"/>
              <a:buNone/>
              <a:defRPr/>
            </a:lvl2pPr>
            <a:lvl3pPr>
              <a:spcBef>
                <a:spcPts val="0"/>
              </a:spcBef>
              <a:spcAft>
                <a:spcPts val="0"/>
              </a:spcAft>
              <a:buSzPts val="1400"/>
              <a:buNone/>
              <a:defRPr/>
            </a:lvl3pPr>
            <a:lvl4pPr>
              <a:spcBef>
                <a:spcPts val="0"/>
              </a:spcBef>
              <a:spcAft>
                <a:spcPts val="0"/>
              </a:spcAft>
              <a:buSzPts val="1400"/>
              <a:buNone/>
              <a:defRPr/>
            </a:lvl4pPr>
            <a:lvl5pPr>
              <a:spcBef>
                <a:spcPts val="0"/>
              </a:spcBef>
              <a:spcAft>
                <a:spcPts val="0"/>
              </a:spcAft>
              <a:buSzPts val="1400"/>
              <a:buNone/>
              <a:defRPr/>
            </a:lvl5pPr>
            <a:lvl6pPr>
              <a:spcBef>
                <a:spcPts val="0"/>
              </a:spcBef>
              <a:spcAft>
                <a:spcPts val="0"/>
              </a:spcAft>
              <a:buSzPts val="1400"/>
              <a:buNone/>
              <a:defRPr/>
            </a:lvl6pPr>
            <a:lvl7pPr>
              <a:spcBef>
                <a:spcPts val="0"/>
              </a:spcBef>
              <a:spcAft>
                <a:spcPts val="0"/>
              </a:spcAft>
              <a:buSzPts val="1400"/>
              <a:buNone/>
              <a:defRPr/>
            </a:lvl7pPr>
            <a:lvl8pPr>
              <a:spcBef>
                <a:spcPts val="0"/>
              </a:spcBef>
              <a:spcAft>
                <a:spcPts val="0"/>
              </a:spcAft>
              <a:buSzPts val="1400"/>
              <a:buNone/>
              <a:defRPr/>
            </a:lvl8pPr>
            <a:lvl9pPr>
              <a:spcBef>
                <a:spcPts val="0"/>
              </a:spcBef>
              <a:spcAft>
                <a:spcPts val="0"/>
              </a:spcAft>
              <a:buSzPts val="1400"/>
              <a:buNone/>
              <a:defRPr/>
            </a:lvl9pPr>
          </a:lstStyle>
          <a:p xmlns:a="http://schemas.openxmlformats.org/drawingml/2006/main"/>
        </p:txBody>
      </p:sp>
      <p:sp>
        <p:nvSpPr>
          <p:cNvPr id="17" name="Google Shape;17;p3">
            <a:extLst xmlns:a="http://schemas.openxmlformats.org/drawingml/2006/main">
              <a:ext uri="{FF2B5EF4-FFF2-40B4-BE49-F238E27FC236}">
                <a16:creationId xmlns:a16="http://schemas.microsoft.com/office/drawing/2014/main" id="{2400551B-EA0C-45E9-87AF-A2CD5117E132}"/>
              </a:ext>
            </a:extLst>
          </p:cNvPr>
          <p:cNvSpPr>
            <a:spLocks xmlns:a="http://schemas.openxmlformats.org/drawingml/2006/main" noGrp="1"/>
          </p:cNvSpPr>
          <p:nvPr>
            <p:ph type="subTitle" idx="1"/>
          </p:nvPr>
        </p:nvSpPr>
        <p:spPr>
          <a:xfrm xmlns:a="http://schemas.openxmlformats.org/drawingml/2006/main">
            <a:off x="1371600" y="3886200"/>
            <a:ext cx="6400800" cy="1752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algn="ctr">
              <a:spcBef>
                <a:spcPts val="640"/>
              </a:spcBef>
              <a:spcAft>
                <a:spcPts val="0"/>
              </a:spcAft>
              <a:buClr>
                <a:srgbClr val="888888"/>
              </a:buClr>
              <a:buSzPts val="3200"/>
              <a:buNone/>
              <a:defRPr>
                <a:solidFill>
                  <a:srgbClr val="888888"/>
                </a:solidFill>
              </a:defRPr>
            </a:lvl1pPr>
            <a:lvl2pPr algn="ctr">
              <a:spcBef>
                <a:spcPts val="560"/>
              </a:spcBef>
              <a:spcAft>
                <a:spcPts val="0"/>
              </a:spcAft>
              <a:buClr>
                <a:srgbClr val="888888"/>
              </a:buClr>
              <a:buSzPts val="2800"/>
              <a:buNone/>
              <a:defRPr>
                <a:solidFill>
                  <a:srgbClr val="888888"/>
                </a:solidFill>
              </a:defRPr>
            </a:lvl2pPr>
            <a:lvl3pPr algn="ctr">
              <a:spcBef>
                <a:spcPts val="480"/>
              </a:spcBef>
              <a:spcAft>
                <a:spcPts val="0"/>
              </a:spcAft>
              <a:buClr>
                <a:srgbClr val="888888"/>
              </a:buClr>
              <a:buSzPts val="2400"/>
              <a:buNone/>
              <a:defRPr>
                <a:solidFill>
                  <a:srgbClr val="888888"/>
                </a:solidFill>
              </a:defRPr>
            </a:lvl3pPr>
            <a:lvl4pPr algn="ctr">
              <a:spcBef>
                <a:spcPts val="400"/>
              </a:spcBef>
              <a:spcAft>
                <a:spcPts val="0"/>
              </a:spcAft>
              <a:buClr>
                <a:srgbClr val="888888"/>
              </a:buClr>
              <a:buSzPts val="2000"/>
              <a:buNone/>
              <a:defRPr>
                <a:solidFill>
                  <a:srgbClr val="888888"/>
                </a:solidFill>
              </a:defRPr>
            </a:lvl4pPr>
            <a:lvl5pPr algn="ctr">
              <a:spcBef>
                <a:spcPts val="400"/>
              </a:spcBef>
              <a:spcAft>
                <a:spcPts val="0"/>
              </a:spcAft>
              <a:buClr>
                <a:srgbClr val="888888"/>
              </a:buClr>
              <a:buSzPts val="2000"/>
              <a:buNone/>
              <a:defRPr>
                <a:solidFill>
                  <a:srgbClr val="888888"/>
                </a:solidFill>
              </a:defRPr>
            </a:lvl5pPr>
            <a:lvl6pPr algn="ctr">
              <a:spcBef>
                <a:spcPts val="400"/>
              </a:spcBef>
              <a:spcAft>
                <a:spcPts val="0"/>
              </a:spcAft>
              <a:buClr>
                <a:srgbClr val="888888"/>
              </a:buClr>
              <a:buSzPts val="2000"/>
              <a:buNone/>
              <a:defRPr>
                <a:solidFill>
                  <a:srgbClr val="888888"/>
                </a:solidFill>
              </a:defRPr>
            </a:lvl6pPr>
            <a:lvl7pPr algn="ctr">
              <a:spcBef>
                <a:spcPts val="400"/>
              </a:spcBef>
              <a:spcAft>
                <a:spcPts val="0"/>
              </a:spcAft>
              <a:buClr>
                <a:srgbClr val="888888"/>
              </a:buClr>
              <a:buSzPts val="2000"/>
              <a:buNone/>
              <a:defRPr>
                <a:solidFill>
                  <a:srgbClr val="888888"/>
                </a:solidFill>
              </a:defRPr>
            </a:lvl7pPr>
            <a:lvl8pPr algn="ctr">
              <a:spcBef>
                <a:spcPts val="400"/>
              </a:spcBef>
              <a:spcAft>
                <a:spcPts val="0"/>
              </a:spcAft>
              <a:buClr>
                <a:srgbClr val="888888"/>
              </a:buClr>
              <a:buSzPts val="2000"/>
              <a:buNone/>
              <a:defRPr>
                <a:solidFill>
                  <a:srgbClr val="888888"/>
                </a:solidFill>
              </a:defRPr>
            </a:lvl8pPr>
            <a:lvl9pPr algn="ctr">
              <a:spcBef>
                <a:spcPts val="400"/>
              </a:spcBef>
              <a:spcAft>
                <a:spcPts val="0"/>
              </a:spcAft>
              <a:buClr>
                <a:srgbClr val="888888"/>
              </a:buClr>
              <a:buSzPts val="2000"/>
              <a:buNone/>
              <a:defRPr>
                <a:solidFill>
                  <a:srgbClr val="888888"/>
                </a:solidFill>
              </a:defRPr>
            </a:lvl9pPr>
          </a:lstStyle>
          <a:p xmlns:a="http://schemas.openxmlformats.org/drawingml/2006/main"/>
        </p:txBody>
      </p:sp>
      <p:sp>
        <p:nvSpPr>
          <p:cNvPr id="18" name="Google Shape;18;p3">
            <a:extLst xmlns:a="http://schemas.openxmlformats.org/drawingml/2006/main">
              <a:ext uri="{FF2B5EF4-FFF2-40B4-BE49-F238E27FC236}">
                <a16:creationId xmlns:a16="http://schemas.microsoft.com/office/drawing/2014/main" id="{4DDEBFF5-5D1B-4DAA-8B3F-B0C49C71C1CB}"/>
              </a:ext>
            </a:extLst>
          </p:cNvPr>
          <p:cNvSpPr>
            <a:spLocks xmlns:a="http://schemas.openxmlformats.org/drawingml/2006/main" noGrp="1"/>
          </p:cNvSpPr>
          <p:nvPr>
            <p:ph type="dt" idx="10"/>
          </p:nvPr>
        </p:nvSpPr>
        <p:spPr>
          <a:xfrm xmlns:a="http://schemas.openxmlformats.org/drawingml/2006/main">
            <a:off x="457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19" name="Google Shape;19;p3">
            <a:extLst xmlns:a="http://schemas.openxmlformats.org/drawingml/2006/main">
              <a:ext uri="{FF2B5EF4-FFF2-40B4-BE49-F238E27FC236}">
                <a16:creationId xmlns:a16="http://schemas.microsoft.com/office/drawing/2014/main" id="{A28D2F6D-06F0-4FB3-8B8B-B2DBB3DAB1F6}"/>
              </a:ext>
            </a:extLst>
          </p:cNvPr>
          <p:cNvSpPr>
            <a:spLocks xmlns:a="http://schemas.openxmlformats.org/drawingml/2006/main" noGrp="1"/>
          </p:cNvSpPr>
          <p:nvPr>
            <p:ph type="ftr" idx="11"/>
          </p:nvPr>
        </p:nvSpPr>
        <p:spPr>
          <a:xfrm xmlns:a="http://schemas.openxmlformats.org/drawingml/2006/main">
            <a:off x="3124200" y="6356350"/>
            <a:ext cx="2895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20" name="Google Shape;20;p3">
            <a:extLst xmlns:a="http://schemas.openxmlformats.org/drawingml/2006/main">
              <a:ext uri="{FF2B5EF4-FFF2-40B4-BE49-F238E27FC236}">
                <a16:creationId xmlns:a16="http://schemas.microsoft.com/office/drawing/2014/main" id="{86F7382E-6234-4FDC-85A5-A0F785A75B06}"/>
              </a:ext>
            </a:extLst>
          </p:cNvPr>
          <p:cNvSpPr>
            <a:spLocks xmlns:a="http://schemas.openxmlformats.org/drawingml/2006/main" noGrp="1"/>
          </p:cNvSpPr>
          <p:nvPr>
            <p:ph type="sldNum" idx="12"/>
          </p:nvPr>
        </p:nvSpPr>
        <p:spPr>
          <a:xfrm xmlns:a="http://schemas.openxmlformats.org/drawingml/2006/main">
            <a:off x="6553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3.xml><?xml version="1.0" encoding="utf-8"?>
<p:sldLayout xmlns:p="http://schemas.openxmlformats.org/presentationml/2006/main" matchingName="Title and Content" type="obj">
  <p:cSld name="OBJECT">
    <p:spTree>
      <p:nvGrpSpPr>
        <p:cNvPr id="1" name=""/>
        <p:cNvGrpSpPr/>
        <p:nvPr/>
      </p:nvGrpSpPr>
      <p:grpSpPr>
        <a:xfrm xmlns:a="http://schemas.openxmlformats.org/drawingml/2006/main"/>
      </p:grpSpPr>
      <p:sp>
        <p:nvSpPr>
          <p:cNvPr id="22" name="Google Shape;22;p4">
            <a:extLst xmlns:a="http://schemas.openxmlformats.org/drawingml/2006/main">
              <a:ext uri="{FF2B5EF4-FFF2-40B4-BE49-F238E27FC236}">
                <a16:creationId xmlns:a16="http://schemas.microsoft.com/office/drawing/2014/main" id="{A755824B-8A62-4508-9243-AE27C7135035}"/>
              </a:ext>
            </a:extLst>
          </p:cNvPr>
          <p:cNvSpPr>
            <a:spLocks xmlns:a="http://schemas.openxmlformats.org/drawingml/2006/main" noGrp="1"/>
          </p:cNvSpPr>
          <p:nvPr>
            <p:ph type="title" idx="0"/>
          </p:nvPr>
        </p:nvSpPr>
        <p:spPr>
          <a:xfrm xmlns:a="http://schemas.openxmlformats.org/drawingml/2006/main">
            <a:off x="457200" y="274638"/>
            <a:ext cx="8229600" cy="114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ctr">
              <a:spcBef>
                <a:spcPts val="0"/>
              </a:spcBef>
              <a:spcAft>
                <a:spcPts val="0"/>
              </a:spcAft>
              <a:buClr>
                <a:schemeClr val="dk1"/>
              </a:buClr>
              <a:buSzPts val="1800"/>
              <a:buNone/>
              <a:defRPr/>
            </a:lvl1pPr>
            <a:lvl2pPr>
              <a:spcBef>
                <a:spcPts val="0"/>
              </a:spcBef>
              <a:spcAft>
                <a:spcPts val="0"/>
              </a:spcAft>
              <a:buSzPts val="1400"/>
              <a:buNone/>
              <a:defRPr/>
            </a:lvl2pPr>
            <a:lvl3pPr>
              <a:spcBef>
                <a:spcPts val="0"/>
              </a:spcBef>
              <a:spcAft>
                <a:spcPts val="0"/>
              </a:spcAft>
              <a:buSzPts val="1400"/>
              <a:buNone/>
              <a:defRPr/>
            </a:lvl3pPr>
            <a:lvl4pPr>
              <a:spcBef>
                <a:spcPts val="0"/>
              </a:spcBef>
              <a:spcAft>
                <a:spcPts val="0"/>
              </a:spcAft>
              <a:buSzPts val="1400"/>
              <a:buNone/>
              <a:defRPr/>
            </a:lvl4pPr>
            <a:lvl5pPr>
              <a:spcBef>
                <a:spcPts val="0"/>
              </a:spcBef>
              <a:spcAft>
                <a:spcPts val="0"/>
              </a:spcAft>
              <a:buSzPts val="1400"/>
              <a:buNone/>
              <a:defRPr/>
            </a:lvl5pPr>
            <a:lvl6pPr>
              <a:spcBef>
                <a:spcPts val="0"/>
              </a:spcBef>
              <a:spcAft>
                <a:spcPts val="0"/>
              </a:spcAft>
              <a:buSzPts val="1400"/>
              <a:buNone/>
              <a:defRPr/>
            </a:lvl6pPr>
            <a:lvl7pPr>
              <a:spcBef>
                <a:spcPts val="0"/>
              </a:spcBef>
              <a:spcAft>
                <a:spcPts val="0"/>
              </a:spcAft>
              <a:buSzPts val="1400"/>
              <a:buNone/>
              <a:defRPr/>
            </a:lvl7pPr>
            <a:lvl8pPr>
              <a:spcBef>
                <a:spcPts val="0"/>
              </a:spcBef>
              <a:spcAft>
                <a:spcPts val="0"/>
              </a:spcAft>
              <a:buSzPts val="1400"/>
              <a:buNone/>
              <a:defRPr/>
            </a:lvl8pPr>
            <a:lvl9pPr>
              <a:spcBef>
                <a:spcPts val="0"/>
              </a:spcBef>
              <a:spcAft>
                <a:spcPts val="0"/>
              </a:spcAft>
              <a:buSzPts val="1400"/>
              <a:buNone/>
              <a:defRPr/>
            </a:lvl9pPr>
          </a:lstStyle>
          <a:p xmlns:a="http://schemas.openxmlformats.org/drawingml/2006/main"/>
        </p:txBody>
      </p:sp>
      <p:sp>
        <p:nvSpPr>
          <p:cNvPr id="23" name="Google Shape;23;p4">
            <a:extLst xmlns:a="http://schemas.openxmlformats.org/drawingml/2006/main">
              <a:ext uri="{FF2B5EF4-FFF2-40B4-BE49-F238E27FC236}">
                <a16:creationId xmlns:a16="http://schemas.microsoft.com/office/drawing/2014/main" id="{10A3277B-EB1C-4377-B3F1-9B61CEF866E3}"/>
              </a:ext>
            </a:extLst>
          </p:cNvPr>
          <p:cNvSpPr>
            <a:spLocks xmlns:a="http://schemas.openxmlformats.org/drawingml/2006/main" noGrp="1"/>
          </p:cNvSpPr>
          <p:nvPr>
            <p:ph type="body" idx="1"/>
          </p:nvPr>
        </p:nvSpPr>
        <p:spPr>
          <a:xfrm xmlns:a="http://schemas.openxmlformats.org/drawingml/2006/main">
            <a:off x="457200" y="1600200"/>
            <a:ext cx="8229600" cy="452596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2900" algn="l">
              <a:spcBef>
                <a:spcPts val="360"/>
              </a:spcBef>
              <a:spcAft>
                <a:spcPts val="0"/>
              </a:spcAft>
              <a:buClr>
                <a:schemeClr val="dk1"/>
              </a:buClr>
              <a:buSzPts val="1800"/>
              <a:buChar char="•"/>
              <a:defRPr/>
            </a:lvl1pPr>
            <a:lvl2pPr marL="914400" indent="-342900" algn="l">
              <a:spcBef>
                <a:spcPts val="360"/>
              </a:spcBef>
              <a:spcAft>
                <a:spcPts val="0"/>
              </a:spcAft>
              <a:buClr>
                <a:schemeClr val="dk1"/>
              </a:buClr>
              <a:buSzPts val="1800"/>
              <a:buChar char="–"/>
              <a:defRPr/>
            </a:lvl2pPr>
            <a:lvl3pPr marL="1371600" indent="-342900" algn="l">
              <a:spcBef>
                <a:spcPts val="360"/>
              </a:spcBef>
              <a:spcAft>
                <a:spcPts val="0"/>
              </a:spcAft>
              <a:buClr>
                <a:schemeClr val="dk1"/>
              </a:buClr>
              <a:buSzPts val="1800"/>
              <a:buChar char="•"/>
              <a:defRPr/>
            </a:lvl3pPr>
            <a:lvl4pPr marL="1828800" indent="-342900" algn="l">
              <a:spcBef>
                <a:spcPts val="360"/>
              </a:spcBef>
              <a:spcAft>
                <a:spcPts val="0"/>
              </a:spcAft>
              <a:buClr>
                <a:schemeClr val="dk1"/>
              </a:buClr>
              <a:buSzPts val="1800"/>
              <a:buChar char="–"/>
              <a:defRPr/>
            </a:lvl4pPr>
            <a:lvl5pPr marL="2286000" indent="-342900" algn="l">
              <a:spcBef>
                <a:spcPts val="360"/>
              </a:spcBef>
              <a:spcAft>
                <a:spcPts val="0"/>
              </a:spcAft>
              <a:buClr>
                <a:schemeClr val="dk1"/>
              </a:buClr>
              <a:buSzPts val="1800"/>
              <a:buChar char="»"/>
              <a:defRPr/>
            </a:lvl5pPr>
            <a:lvl6pPr marL="2743200" indent="-342900" algn="l">
              <a:spcBef>
                <a:spcPts val="360"/>
              </a:spcBef>
              <a:spcAft>
                <a:spcPts val="0"/>
              </a:spcAft>
              <a:buClr>
                <a:schemeClr val="dk1"/>
              </a:buClr>
              <a:buSzPts val="1800"/>
              <a:buChar char="•"/>
              <a:defRPr/>
            </a:lvl6pPr>
            <a:lvl7pPr marL="3200400" indent="-342900" algn="l">
              <a:spcBef>
                <a:spcPts val="360"/>
              </a:spcBef>
              <a:spcAft>
                <a:spcPts val="0"/>
              </a:spcAft>
              <a:buClr>
                <a:schemeClr val="dk1"/>
              </a:buClr>
              <a:buSzPts val="1800"/>
              <a:buChar char="•"/>
              <a:defRPr/>
            </a:lvl7pPr>
            <a:lvl8pPr marL="3657600" indent="-342900" algn="l">
              <a:spcBef>
                <a:spcPts val="360"/>
              </a:spcBef>
              <a:spcAft>
                <a:spcPts val="0"/>
              </a:spcAft>
              <a:buClr>
                <a:schemeClr val="dk1"/>
              </a:buClr>
              <a:buSzPts val="1800"/>
              <a:buChar char="•"/>
              <a:defRPr/>
            </a:lvl8pPr>
            <a:lvl9pPr marL="4114800" indent="-342900" algn="l">
              <a:spcBef>
                <a:spcPts val="360"/>
              </a:spcBef>
              <a:spcAft>
                <a:spcPts val="0"/>
              </a:spcAft>
              <a:buClr>
                <a:schemeClr val="dk1"/>
              </a:buClr>
              <a:buSzPts val="1800"/>
              <a:buChar char="•"/>
              <a:defRPr/>
            </a:lvl9pPr>
          </a:lstStyle>
          <a:p xmlns:a="http://schemas.openxmlformats.org/drawingml/2006/main"/>
        </p:txBody>
      </p:sp>
      <p:sp>
        <p:nvSpPr>
          <p:cNvPr id="24" name="Google Shape;24;p4">
            <a:extLst xmlns:a="http://schemas.openxmlformats.org/drawingml/2006/main">
              <a:ext uri="{FF2B5EF4-FFF2-40B4-BE49-F238E27FC236}">
                <a16:creationId xmlns:a16="http://schemas.microsoft.com/office/drawing/2014/main" id="{3F1A3FBA-2851-4ACE-BB59-9EAAA6AC3C5F}"/>
              </a:ext>
            </a:extLst>
          </p:cNvPr>
          <p:cNvSpPr>
            <a:spLocks xmlns:a="http://schemas.openxmlformats.org/drawingml/2006/main" noGrp="1"/>
          </p:cNvSpPr>
          <p:nvPr>
            <p:ph type="dt" idx="10"/>
          </p:nvPr>
        </p:nvSpPr>
        <p:spPr>
          <a:xfrm xmlns:a="http://schemas.openxmlformats.org/drawingml/2006/main">
            <a:off x="457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25" name="Google Shape;25;p4">
            <a:extLst xmlns:a="http://schemas.openxmlformats.org/drawingml/2006/main">
              <a:ext uri="{FF2B5EF4-FFF2-40B4-BE49-F238E27FC236}">
                <a16:creationId xmlns:a16="http://schemas.microsoft.com/office/drawing/2014/main" id="{D27003D8-9F63-4526-B6E4-220E5F1E0A8F}"/>
              </a:ext>
            </a:extLst>
          </p:cNvPr>
          <p:cNvSpPr>
            <a:spLocks xmlns:a="http://schemas.openxmlformats.org/drawingml/2006/main" noGrp="1"/>
          </p:cNvSpPr>
          <p:nvPr>
            <p:ph type="ftr" idx="11"/>
          </p:nvPr>
        </p:nvSpPr>
        <p:spPr>
          <a:xfrm xmlns:a="http://schemas.openxmlformats.org/drawingml/2006/main">
            <a:off x="3124200" y="6356350"/>
            <a:ext cx="2895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26" name="Google Shape;26;p4">
            <a:extLst xmlns:a="http://schemas.openxmlformats.org/drawingml/2006/main">
              <a:ext uri="{FF2B5EF4-FFF2-40B4-BE49-F238E27FC236}">
                <a16:creationId xmlns:a16="http://schemas.microsoft.com/office/drawing/2014/main" id="{65DB427C-41ED-40A5-BC78-0D264401DDAE}"/>
              </a:ext>
            </a:extLst>
          </p:cNvPr>
          <p:cNvSpPr>
            <a:spLocks xmlns:a="http://schemas.openxmlformats.org/drawingml/2006/main" noGrp="1"/>
          </p:cNvSpPr>
          <p:nvPr>
            <p:ph type="sldNum" idx="12"/>
          </p:nvPr>
        </p:nvSpPr>
        <p:spPr>
          <a:xfrm xmlns:a="http://schemas.openxmlformats.org/drawingml/2006/main">
            <a:off x="6553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4.xml><?xml version="1.0" encoding="utf-8"?>
<p:sldLayout xmlns:p="http://schemas.openxmlformats.org/presentationml/2006/main" matchingName="Section Header" type="secHead">
  <p:cSld name="SECTION_HEADER">
    <p:spTree>
      <p:nvGrpSpPr>
        <p:cNvPr id="1" name=""/>
        <p:cNvGrpSpPr/>
        <p:nvPr/>
      </p:nvGrpSpPr>
      <p:grpSpPr>
        <a:xfrm xmlns:a="http://schemas.openxmlformats.org/drawingml/2006/main"/>
      </p:grpSpPr>
      <p:sp>
        <p:nvSpPr>
          <p:cNvPr id="28" name="Google Shape;28;p5">
            <a:extLst xmlns:a="http://schemas.openxmlformats.org/drawingml/2006/main">
              <a:ext uri="{FF2B5EF4-FFF2-40B4-BE49-F238E27FC236}">
                <a16:creationId xmlns:a16="http://schemas.microsoft.com/office/drawing/2014/main" id="{E53ABB68-2D17-4E10-9E39-F02FE21A6580}"/>
              </a:ext>
            </a:extLst>
          </p:cNvPr>
          <p:cNvSpPr>
            <a:spLocks xmlns:a="http://schemas.openxmlformats.org/drawingml/2006/main" noGrp="1"/>
          </p:cNvSpPr>
          <p:nvPr>
            <p:ph type="title" idx="0"/>
          </p:nvPr>
        </p:nvSpPr>
        <p:spPr>
          <a:xfrm xmlns:a="http://schemas.openxmlformats.org/drawingml/2006/main">
            <a:off x="722313" y="4406900"/>
            <a:ext cx="7772400" cy="13620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algn="l">
              <a:spcBef>
                <a:spcPts val="0"/>
              </a:spcBef>
              <a:spcAft>
                <a:spcPts val="0"/>
              </a:spcAft>
              <a:buClr>
                <a:schemeClr val="dk1"/>
              </a:buClr>
              <a:buSzPts val="4000"/>
              <a:buFont typeface="Inter Tight"/>
              <a:buNone/>
              <a:defRPr sz="4000" b="1" cap="none"/>
            </a:lvl1pPr>
            <a:lvl2pPr>
              <a:spcBef>
                <a:spcPts val="0"/>
              </a:spcBef>
              <a:spcAft>
                <a:spcPts val="0"/>
              </a:spcAft>
              <a:buSzPts val="1400"/>
              <a:buNone/>
              <a:defRPr/>
            </a:lvl2pPr>
            <a:lvl3pPr>
              <a:spcBef>
                <a:spcPts val="0"/>
              </a:spcBef>
              <a:spcAft>
                <a:spcPts val="0"/>
              </a:spcAft>
              <a:buSzPts val="1400"/>
              <a:buNone/>
              <a:defRPr/>
            </a:lvl3pPr>
            <a:lvl4pPr>
              <a:spcBef>
                <a:spcPts val="0"/>
              </a:spcBef>
              <a:spcAft>
                <a:spcPts val="0"/>
              </a:spcAft>
              <a:buSzPts val="1400"/>
              <a:buNone/>
              <a:defRPr/>
            </a:lvl4pPr>
            <a:lvl5pPr>
              <a:spcBef>
                <a:spcPts val="0"/>
              </a:spcBef>
              <a:spcAft>
                <a:spcPts val="0"/>
              </a:spcAft>
              <a:buSzPts val="1400"/>
              <a:buNone/>
              <a:defRPr/>
            </a:lvl5pPr>
            <a:lvl6pPr>
              <a:spcBef>
                <a:spcPts val="0"/>
              </a:spcBef>
              <a:spcAft>
                <a:spcPts val="0"/>
              </a:spcAft>
              <a:buSzPts val="1400"/>
              <a:buNone/>
              <a:defRPr/>
            </a:lvl6pPr>
            <a:lvl7pPr>
              <a:spcBef>
                <a:spcPts val="0"/>
              </a:spcBef>
              <a:spcAft>
                <a:spcPts val="0"/>
              </a:spcAft>
              <a:buSzPts val="1400"/>
              <a:buNone/>
              <a:defRPr/>
            </a:lvl7pPr>
            <a:lvl8pPr>
              <a:spcBef>
                <a:spcPts val="0"/>
              </a:spcBef>
              <a:spcAft>
                <a:spcPts val="0"/>
              </a:spcAft>
              <a:buSzPts val="1400"/>
              <a:buNone/>
              <a:defRPr/>
            </a:lvl8pPr>
            <a:lvl9pPr>
              <a:spcBef>
                <a:spcPts val="0"/>
              </a:spcBef>
              <a:spcAft>
                <a:spcPts val="0"/>
              </a:spcAft>
              <a:buSzPts val="1400"/>
              <a:buNone/>
              <a:defRPr/>
            </a:lvl9pPr>
          </a:lstStyle>
          <a:p xmlns:a="http://schemas.openxmlformats.org/drawingml/2006/main"/>
        </p:txBody>
      </p:sp>
      <p:sp>
        <p:nvSpPr>
          <p:cNvPr id="29" name="Google Shape;29;p5">
            <a:extLst xmlns:a="http://schemas.openxmlformats.org/drawingml/2006/main">
              <a:ext uri="{FF2B5EF4-FFF2-40B4-BE49-F238E27FC236}">
                <a16:creationId xmlns:a16="http://schemas.microsoft.com/office/drawing/2014/main" id="{4E33EF72-B88F-4861-A262-81F210AA71CA}"/>
              </a:ext>
            </a:extLst>
          </p:cNvPr>
          <p:cNvSpPr>
            <a:spLocks xmlns:a="http://schemas.openxmlformats.org/drawingml/2006/main" noGrp="1"/>
          </p:cNvSpPr>
          <p:nvPr>
            <p:ph type="body" idx="1"/>
          </p:nvPr>
        </p:nvSpPr>
        <p:spPr>
          <a:xfrm xmlns:a="http://schemas.openxmlformats.org/drawingml/2006/main">
            <a:off x="722313" y="2906713"/>
            <a:ext cx="7772400" cy="150018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rmAutofit/>
          </a:bodyPr>
          <a:lstStyle xmlns:a="http://schemas.openxmlformats.org/drawingml/2006/main">
            <a:lvl1pPr marL="457200" indent="-228600" algn="l">
              <a:spcBef>
                <a:spcPts val="400"/>
              </a:spcBef>
              <a:spcAft>
                <a:spcPts val="0"/>
              </a:spcAft>
              <a:buClr>
                <a:srgbClr val="888888"/>
              </a:buClr>
              <a:buSzPts val="2000"/>
              <a:buNone/>
              <a:defRPr sz="2000">
                <a:solidFill>
                  <a:srgbClr val="888888"/>
                </a:solidFill>
              </a:defRPr>
            </a:lvl1pPr>
            <a:lvl2pPr marL="914400" indent="-228600" algn="l">
              <a:spcBef>
                <a:spcPts val="360"/>
              </a:spcBef>
              <a:spcAft>
                <a:spcPts val="0"/>
              </a:spcAft>
              <a:buClr>
                <a:srgbClr val="888888"/>
              </a:buClr>
              <a:buSzPts val="1800"/>
              <a:buNone/>
              <a:defRPr sz="1800">
                <a:solidFill>
                  <a:srgbClr val="888888"/>
                </a:solidFill>
              </a:defRPr>
            </a:lvl2pPr>
            <a:lvl3pPr marL="1371600" indent="-228600" algn="l">
              <a:spcBef>
                <a:spcPts val="320"/>
              </a:spcBef>
              <a:spcAft>
                <a:spcPts val="0"/>
              </a:spcAft>
              <a:buClr>
                <a:srgbClr val="888888"/>
              </a:buClr>
              <a:buSzPts val="1600"/>
              <a:buNone/>
              <a:defRPr sz="1600">
                <a:solidFill>
                  <a:srgbClr val="888888"/>
                </a:solidFill>
              </a:defRPr>
            </a:lvl3pPr>
            <a:lvl4pPr marL="1828800" indent="-228600" algn="l">
              <a:spcBef>
                <a:spcPts val="280"/>
              </a:spcBef>
              <a:spcAft>
                <a:spcPts val="0"/>
              </a:spcAft>
              <a:buClr>
                <a:srgbClr val="888888"/>
              </a:buClr>
              <a:buSzPts val="1400"/>
              <a:buNone/>
              <a:defRPr sz="1400">
                <a:solidFill>
                  <a:srgbClr val="888888"/>
                </a:solidFill>
              </a:defRPr>
            </a:lvl4pPr>
            <a:lvl5pPr marL="2286000" indent="-228600" algn="l">
              <a:spcBef>
                <a:spcPts val="280"/>
              </a:spcBef>
              <a:spcAft>
                <a:spcPts val="0"/>
              </a:spcAft>
              <a:buClr>
                <a:srgbClr val="888888"/>
              </a:buClr>
              <a:buSzPts val="1400"/>
              <a:buNone/>
              <a:defRPr sz="1400">
                <a:solidFill>
                  <a:srgbClr val="888888"/>
                </a:solidFill>
              </a:defRPr>
            </a:lvl5pPr>
            <a:lvl6pPr marL="2743200" indent="-228600" algn="l">
              <a:spcBef>
                <a:spcPts val="280"/>
              </a:spcBef>
              <a:spcAft>
                <a:spcPts val="0"/>
              </a:spcAft>
              <a:buClr>
                <a:srgbClr val="888888"/>
              </a:buClr>
              <a:buSzPts val="1400"/>
              <a:buNone/>
              <a:defRPr sz="1400">
                <a:solidFill>
                  <a:srgbClr val="888888"/>
                </a:solidFill>
              </a:defRPr>
            </a:lvl6pPr>
            <a:lvl7pPr marL="3200400" indent="-228600" algn="l">
              <a:spcBef>
                <a:spcPts val="280"/>
              </a:spcBef>
              <a:spcAft>
                <a:spcPts val="0"/>
              </a:spcAft>
              <a:buClr>
                <a:srgbClr val="888888"/>
              </a:buClr>
              <a:buSzPts val="1400"/>
              <a:buNone/>
              <a:defRPr sz="1400">
                <a:solidFill>
                  <a:srgbClr val="888888"/>
                </a:solidFill>
              </a:defRPr>
            </a:lvl7pPr>
            <a:lvl8pPr marL="3657600" indent="-228600" algn="l">
              <a:spcBef>
                <a:spcPts val="280"/>
              </a:spcBef>
              <a:spcAft>
                <a:spcPts val="0"/>
              </a:spcAft>
              <a:buClr>
                <a:srgbClr val="888888"/>
              </a:buClr>
              <a:buSzPts val="1400"/>
              <a:buNone/>
              <a:defRPr sz="1400">
                <a:solidFill>
                  <a:srgbClr val="888888"/>
                </a:solidFill>
              </a:defRPr>
            </a:lvl8pPr>
            <a:lvl9pPr marL="4114800" indent="-228600" algn="l">
              <a:spcBef>
                <a:spcPts val="280"/>
              </a:spcBef>
              <a:spcAft>
                <a:spcPts val="0"/>
              </a:spcAft>
              <a:buClr>
                <a:srgbClr val="888888"/>
              </a:buClr>
              <a:buSzPts val="1400"/>
              <a:buNone/>
              <a:defRPr sz="1400">
                <a:solidFill>
                  <a:srgbClr val="888888"/>
                </a:solidFill>
              </a:defRPr>
            </a:lvl9pPr>
          </a:lstStyle>
          <a:p xmlns:a="http://schemas.openxmlformats.org/drawingml/2006/main"/>
        </p:txBody>
      </p:sp>
      <p:sp>
        <p:nvSpPr>
          <p:cNvPr id="30" name="Google Shape;30;p5">
            <a:extLst xmlns:a="http://schemas.openxmlformats.org/drawingml/2006/main">
              <a:ext uri="{FF2B5EF4-FFF2-40B4-BE49-F238E27FC236}">
                <a16:creationId xmlns:a16="http://schemas.microsoft.com/office/drawing/2014/main" id="{431CEC96-1B02-47ED-8B19-77436B6A8A3B}"/>
              </a:ext>
            </a:extLst>
          </p:cNvPr>
          <p:cNvSpPr>
            <a:spLocks xmlns:a="http://schemas.openxmlformats.org/drawingml/2006/main" noGrp="1"/>
          </p:cNvSpPr>
          <p:nvPr>
            <p:ph type="dt" idx="10"/>
          </p:nvPr>
        </p:nvSpPr>
        <p:spPr>
          <a:xfrm xmlns:a="http://schemas.openxmlformats.org/drawingml/2006/main">
            <a:off x="457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31" name="Google Shape;31;p5">
            <a:extLst xmlns:a="http://schemas.openxmlformats.org/drawingml/2006/main">
              <a:ext uri="{FF2B5EF4-FFF2-40B4-BE49-F238E27FC236}">
                <a16:creationId xmlns:a16="http://schemas.microsoft.com/office/drawing/2014/main" id="{892742AF-E853-48ED-AF12-0F54322E251B}"/>
              </a:ext>
            </a:extLst>
          </p:cNvPr>
          <p:cNvSpPr>
            <a:spLocks xmlns:a="http://schemas.openxmlformats.org/drawingml/2006/main" noGrp="1"/>
          </p:cNvSpPr>
          <p:nvPr>
            <p:ph type="ftr" idx="11"/>
          </p:nvPr>
        </p:nvSpPr>
        <p:spPr>
          <a:xfrm xmlns:a="http://schemas.openxmlformats.org/drawingml/2006/main">
            <a:off x="3124200" y="6356350"/>
            <a:ext cx="2895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32" name="Google Shape;32;p5">
            <a:extLst xmlns:a="http://schemas.openxmlformats.org/drawingml/2006/main">
              <a:ext uri="{FF2B5EF4-FFF2-40B4-BE49-F238E27FC236}">
                <a16:creationId xmlns:a16="http://schemas.microsoft.com/office/drawing/2014/main" id="{590268D2-B211-4BCF-A1E8-23CEDDD297B1}"/>
              </a:ext>
            </a:extLst>
          </p:cNvPr>
          <p:cNvSpPr>
            <a:spLocks xmlns:a="http://schemas.openxmlformats.org/drawingml/2006/main" noGrp="1"/>
          </p:cNvSpPr>
          <p:nvPr>
            <p:ph type="sldNum" idx="12"/>
          </p:nvPr>
        </p:nvSpPr>
        <p:spPr>
          <a:xfrm xmlns:a="http://schemas.openxmlformats.org/drawingml/2006/main">
            <a:off x="6553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5.xml><?xml version="1.0" encoding="utf-8"?>
<p:sldLayout xmlns:p="http://schemas.openxmlformats.org/presentationml/2006/main" matchingName="Two Content" type="twoObj">
  <p:cSld name="TWO_OBJECTS">
    <p:spTree>
      <p:nvGrpSpPr>
        <p:cNvPr id="1" name=""/>
        <p:cNvGrpSpPr/>
        <p:nvPr/>
      </p:nvGrpSpPr>
      <p:grpSpPr>
        <a:xfrm xmlns:a="http://schemas.openxmlformats.org/drawingml/2006/main"/>
      </p:grpSpPr>
      <p:sp>
        <p:nvSpPr>
          <p:cNvPr id="34" name="Google Shape;34;p6">
            <a:extLst xmlns:a="http://schemas.openxmlformats.org/drawingml/2006/main">
              <a:ext uri="{FF2B5EF4-FFF2-40B4-BE49-F238E27FC236}">
                <a16:creationId xmlns:a16="http://schemas.microsoft.com/office/drawing/2014/main" id="{44FAEA67-418F-492C-9603-E2D8CC580DB3}"/>
              </a:ext>
            </a:extLst>
          </p:cNvPr>
          <p:cNvSpPr>
            <a:spLocks xmlns:a="http://schemas.openxmlformats.org/drawingml/2006/main" noGrp="1"/>
          </p:cNvSpPr>
          <p:nvPr>
            <p:ph type="title" idx="0"/>
          </p:nvPr>
        </p:nvSpPr>
        <p:spPr>
          <a:xfrm xmlns:a="http://schemas.openxmlformats.org/drawingml/2006/main">
            <a:off x="457200" y="274638"/>
            <a:ext cx="8229600" cy="114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ctr">
              <a:spcBef>
                <a:spcPts val="0"/>
              </a:spcBef>
              <a:spcAft>
                <a:spcPts val="0"/>
              </a:spcAft>
              <a:buClr>
                <a:schemeClr val="dk1"/>
              </a:buClr>
              <a:buSzPts val="1800"/>
              <a:buNone/>
              <a:defRPr/>
            </a:lvl1pPr>
            <a:lvl2pPr>
              <a:spcBef>
                <a:spcPts val="0"/>
              </a:spcBef>
              <a:spcAft>
                <a:spcPts val="0"/>
              </a:spcAft>
              <a:buSzPts val="1400"/>
              <a:buNone/>
              <a:defRPr/>
            </a:lvl2pPr>
            <a:lvl3pPr>
              <a:spcBef>
                <a:spcPts val="0"/>
              </a:spcBef>
              <a:spcAft>
                <a:spcPts val="0"/>
              </a:spcAft>
              <a:buSzPts val="1400"/>
              <a:buNone/>
              <a:defRPr/>
            </a:lvl3pPr>
            <a:lvl4pPr>
              <a:spcBef>
                <a:spcPts val="0"/>
              </a:spcBef>
              <a:spcAft>
                <a:spcPts val="0"/>
              </a:spcAft>
              <a:buSzPts val="1400"/>
              <a:buNone/>
              <a:defRPr/>
            </a:lvl4pPr>
            <a:lvl5pPr>
              <a:spcBef>
                <a:spcPts val="0"/>
              </a:spcBef>
              <a:spcAft>
                <a:spcPts val="0"/>
              </a:spcAft>
              <a:buSzPts val="1400"/>
              <a:buNone/>
              <a:defRPr/>
            </a:lvl5pPr>
            <a:lvl6pPr>
              <a:spcBef>
                <a:spcPts val="0"/>
              </a:spcBef>
              <a:spcAft>
                <a:spcPts val="0"/>
              </a:spcAft>
              <a:buSzPts val="1400"/>
              <a:buNone/>
              <a:defRPr/>
            </a:lvl6pPr>
            <a:lvl7pPr>
              <a:spcBef>
                <a:spcPts val="0"/>
              </a:spcBef>
              <a:spcAft>
                <a:spcPts val="0"/>
              </a:spcAft>
              <a:buSzPts val="1400"/>
              <a:buNone/>
              <a:defRPr/>
            </a:lvl7pPr>
            <a:lvl8pPr>
              <a:spcBef>
                <a:spcPts val="0"/>
              </a:spcBef>
              <a:spcAft>
                <a:spcPts val="0"/>
              </a:spcAft>
              <a:buSzPts val="1400"/>
              <a:buNone/>
              <a:defRPr/>
            </a:lvl8pPr>
            <a:lvl9pPr>
              <a:spcBef>
                <a:spcPts val="0"/>
              </a:spcBef>
              <a:spcAft>
                <a:spcPts val="0"/>
              </a:spcAft>
              <a:buSzPts val="1400"/>
              <a:buNone/>
              <a:defRPr/>
            </a:lvl9pPr>
          </a:lstStyle>
          <a:p xmlns:a="http://schemas.openxmlformats.org/drawingml/2006/main"/>
        </p:txBody>
      </p:sp>
      <p:sp>
        <p:nvSpPr>
          <p:cNvPr id="35" name="Google Shape;35;p6">
            <a:extLst xmlns:a="http://schemas.openxmlformats.org/drawingml/2006/main">
              <a:ext uri="{FF2B5EF4-FFF2-40B4-BE49-F238E27FC236}">
                <a16:creationId xmlns:a16="http://schemas.microsoft.com/office/drawing/2014/main" id="{E9A0D0D2-BA62-4DE8-945A-45F7B2B2B3F9}"/>
              </a:ext>
            </a:extLst>
          </p:cNvPr>
          <p:cNvSpPr>
            <a:spLocks xmlns:a="http://schemas.openxmlformats.org/drawingml/2006/main" noGrp="1"/>
          </p:cNvSpPr>
          <p:nvPr>
            <p:ph type="body" idx="1"/>
          </p:nvPr>
        </p:nvSpPr>
        <p:spPr>
          <a:xfrm xmlns:a="http://schemas.openxmlformats.org/drawingml/2006/main">
            <a:off x="457200" y="1600200"/>
            <a:ext cx="4038600" cy="452596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406400" algn="l">
              <a:spcBef>
                <a:spcPts val="560"/>
              </a:spcBef>
              <a:spcAft>
                <a:spcPts val="0"/>
              </a:spcAft>
              <a:buClr>
                <a:schemeClr val="dk1"/>
              </a:buClr>
              <a:buSzPts val="2800"/>
              <a:buChar char="•"/>
              <a:defRPr sz="2800"/>
            </a:lvl1pPr>
            <a:lvl2pPr marL="914400" indent="-381000" algn="l">
              <a:spcBef>
                <a:spcPts val="480"/>
              </a:spcBef>
              <a:spcAft>
                <a:spcPts val="0"/>
              </a:spcAft>
              <a:buClr>
                <a:schemeClr val="dk1"/>
              </a:buClr>
              <a:buSzPts val="2400"/>
              <a:buChar char="–"/>
              <a:defRPr sz="2400"/>
            </a:lvl2pPr>
            <a:lvl3pPr marL="1371600" indent="-355600" algn="l">
              <a:spcBef>
                <a:spcPts val="400"/>
              </a:spcBef>
              <a:spcAft>
                <a:spcPts val="0"/>
              </a:spcAft>
              <a:buClr>
                <a:schemeClr val="dk1"/>
              </a:buClr>
              <a:buSzPts val="2000"/>
              <a:buChar char="•"/>
              <a:defRPr sz="2000"/>
            </a:lvl3pPr>
            <a:lvl4pPr marL="1828800" indent="-342900" algn="l">
              <a:spcBef>
                <a:spcPts val="360"/>
              </a:spcBef>
              <a:spcAft>
                <a:spcPts val="0"/>
              </a:spcAft>
              <a:buClr>
                <a:schemeClr val="dk1"/>
              </a:buClr>
              <a:buSzPts val="1800"/>
              <a:buChar char="–"/>
              <a:defRPr sz="1800"/>
            </a:lvl4pPr>
            <a:lvl5pPr marL="2286000" indent="-342900" algn="l">
              <a:spcBef>
                <a:spcPts val="360"/>
              </a:spcBef>
              <a:spcAft>
                <a:spcPts val="0"/>
              </a:spcAft>
              <a:buClr>
                <a:schemeClr val="dk1"/>
              </a:buClr>
              <a:buSzPts val="1800"/>
              <a:buChar char="»"/>
              <a:defRPr sz="1800"/>
            </a:lvl5pPr>
            <a:lvl6pPr marL="2743200" indent="-342900" algn="l">
              <a:spcBef>
                <a:spcPts val="360"/>
              </a:spcBef>
              <a:spcAft>
                <a:spcPts val="0"/>
              </a:spcAft>
              <a:buClr>
                <a:schemeClr val="dk1"/>
              </a:buClr>
              <a:buSzPts val="1800"/>
              <a:buChar char="•"/>
              <a:defRPr sz="1800"/>
            </a:lvl6pPr>
            <a:lvl7pPr marL="3200400" indent="-342900" algn="l">
              <a:spcBef>
                <a:spcPts val="360"/>
              </a:spcBef>
              <a:spcAft>
                <a:spcPts val="0"/>
              </a:spcAft>
              <a:buClr>
                <a:schemeClr val="dk1"/>
              </a:buClr>
              <a:buSzPts val="1800"/>
              <a:buChar char="•"/>
              <a:defRPr sz="1800"/>
            </a:lvl7pPr>
            <a:lvl8pPr marL="3657600" indent="-342900" algn="l">
              <a:spcBef>
                <a:spcPts val="360"/>
              </a:spcBef>
              <a:spcAft>
                <a:spcPts val="0"/>
              </a:spcAft>
              <a:buClr>
                <a:schemeClr val="dk1"/>
              </a:buClr>
              <a:buSzPts val="1800"/>
              <a:buChar char="•"/>
              <a:defRPr sz="1800"/>
            </a:lvl8pPr>
            <a:lvl9pPr marL="4114800" indent="-342900" algn="l">
              <a:spcBef>
                <a:spcPts val="360"/>
              </a:spcBef>
              <a:spcAft>
                <a:spcPts val="0"/>
              </a:spcAft>
              <a:buClr>
                <a:schemeClr val="dk1"/>
              </a:buClr>
              <a:buSzPts val="1800"/>
              <a:buChar char="•"/>
              <a:defRPr sz="1800"/>
            </a:lvl9pPr>
          </a:lstStyle>
          <a:p xmlns:a="http://schemas.openxmlformats.org/drawingml/2006/main"/>
        </p:txBody>
      </p:sp>
      <p:sp>
        <p:nvSpPr>
          <p:cNvPr id="36" name="Google Shape;36;p6">
            <a:extLst xmlns:a="http://schemas.openxmlformats.org/drawingml/2006/main">
              <a:ext uri="{FF2B5EF4-FFF2-40B4-BE49-F238E27FC236}">
                <a16:creationId xmlns:a16="http://schemas.microsoft.com/office/drawing/2014/main" id="{A3B3F910-901A-483A-B710-0622AC026BD2}"/>
              </a:ext>
            </a:extLst>
          </p:cNvPr>
          <p:cNvSpPr>
            <a:spLocks xmlns:a="http://schemas.openxmlformats.org/drawingml/2006/main" noGrp="1"/>
          </p:cNvSpPr>
          <p:nvPr>
            <p:ph type="body" idx="2"/>
          </p:nvPr>
        </p:nvSpPr>
        <p:spPr>
          <a:xfrm xmlns:a="http://schemas.openxmlformats.org/drawingml/2006/main">
            <a:off x="4648200" y="1600200"/>
            <a:ext cx="4038600" cy="452596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406400" algn="l">
              <a:spcBef>
                <a:spcPts val="560"/>
              </a:spcBef>
              <a:spcAft>
                <a:spcPts val="0"/>
              </a:spcAft>
              <a:buClr>
                <a:schemeClr val="dk1"/>
              </a:buClr>
              <a:buSzPts val="2800"/>
              <a:buChar char="•"/>
              <a:defRPr sz="2800"/>
            </a:lvl1pPr>
            <a:lvl2pPr marL="914400" indent="-381000" algn="l">
              <a:spcBef>
                <a:spcPts val="480"/>
              </a:spcBef>
              <a:spcAft>
                <a:spcPts val="0"/>
              </a:spcAft>
              <a:buClr>
                <a:schemeClr val="dk1"/>
              </a:buClr>
              <a:buSzPts val="2400"/>
              <a:buChar char="–"/>
              <a:defRPr sz="2400"/>
            </a:lvl2pPr>
            <a:lvl3pPr marL="1371600" indent="-355600" algn="l">
              <a:spcBef>
                <a:spcPts val="400"/>
              </a:spcBef>
              <a:spcAft>
                <a:spcPts val="0"/>
              </a:spcAft>
              <a:buClr>
                <a:schemeClr val="dk1"/>
              </a:buClr>
              <a:buSzPts val="2000"/>
              <a:buChar char="•"/>
              <a:defRPr sz="2000"/>
            </a:lvl3pPr>
            <a:lvl4pPr marL="1828800" indent="-342900" algn="l">
              <a:spcBef>
                <a:spcPts val="360"/>
              </a:spcBef>
              <a:spcAft>
                <a:spcPts val="0"/>
              </a:spcAft>
              <a:buClr>
                <a:schemeClr val="dk1"/>
              </a:buClr>
              <a:buSzPts val="1800"/>
              <a:buChar char="–"/>
              <a:defRPr sz="1800"/>
            </a:lvl4pPr>
            <a:lvl5pPr marL="2286000" indent="-342900" algn="l">
              <a:spcBef>
                <a:spcPts val="360"/>
              </a:spcBef>
              <a:spcAft>
                <a:spcPts val="0"/>
              </a:spcAft>
              <a:buClr>
                <a:schemeClr val="dk1"/>
              </a:buClr>
              <a:buSzPts val="1800"/>
              <a:buChar char="»"/>
              <a:defRPr sz="1800"/>
            </a:lvl5pPr>
            <a:lvl6pPr marL="2743200" indent="-342900" algn="l">
              <a:spcBef>
                <a:spcPts val="360"/>
              </a:spcBef>
              <a:spcAft>
                <a:spcPts val="0"/>
              </a:spcAft>
              <a:buClr>
                <a:schemeClr val="dk1"/>
              </a:buClr>
              <a:buSzPts val="1800"/>
              <a:buChar char="•"/>
              <a:defRPr sz="1800"/>
            </a:lvl6pPr>
            <a:lvl7pPr marL="3200400" indent="-342900" algn="l">
              <a:spcBef>
                <a:spcPts val="360"/>
              </a:spcBef>
              <a:spcAft>
                <a:spcPts val="0"/>
              </a:spcAft>
              <a:buClr>
                <a:schemeClr val="dk1"/>
              </a:buClr>
              <a:buSzPts val="1800"/>
              <a:buChar char="•"/>
              <a:defRPr sz="1800"/>
            </a:lvl7pPr>
            <a:lvl8pPr marL="3657600" indent="-342900" algn="l">
              <a:spcBef>
                <a:spcPts val="360"/>
              </a:spcBef>
              <a:spcAft>
                <a:spcPts val="0"/>
              </a:spcAft>
              <a:buClr>
                <a:schemeClr val="dk1"/>
              </a:buClr>
              <a:buSzPts val="1800"/>
              <a:buChar char="•"/>
              <a:defRPr sz="1800"/>
            </a:lvl8pPr>
            <a:lvl9pPr marL="4114800" indent="-342900" algn="l">
              <a:spcBef>
                <a:spcPts val="360"/>
              </a:spcBef>
              <a:spcAft>
                <a:spcPts val="0"/>
              </a:spcAft>
              <a:buClr>
                <a:schemeClr val="dk1"/>
              </a:buClr>
              <a:buSzPts val="1800"/>
              <a:buChar char="•"/>
              <a:defRPr sz="1800"/>
            </a:lvl9pPr>
          </a:lstStyle>
          <a:p xmlns:a="http://schemas.openxmlformats.org/drawingml/2006/main"/>
        </p:txBody>
      </p:sp>
      <p:sp>
        <p:nvSpPr>
          <p:cNvPr id="37" name="Google Shape;37;p6">
            <a:extLst xmlns:a="http://schemas.openxmlformats.org/drawingml/2006/main">
              <a:ext uri="{FF2B5EF4-FFF2-40B4-BE49-F238E27FC236}">
                <a16:creationId xmlns:a16="http://schemas.microsoft.com/office/drawing/2014/main" id="{10AF601B-A63E-4A0A-8B2A-4A6EF3077F4A}"/>
              </a:ext>
            </a:extLst>
          </p:cNvPr>
          <p:cNvSpPr>
            <a:spLocks xmlns:a="http://schemas.openxmlformats.org/drawingml/2006/main" noGrp="1"/>
          </p:cNvSpPr>
          <p:nvPr>
            <p:ph type="dt" idx="10"/>
          </p:nvPr>
        </p:nvSpPr>
        <p:spPr>
          <a:xfrm xmlns:a="http://schemas.openxmlformats.org/drawingml/2006/main">
            <a:off x="457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38" name="Google Shape;38;p6">
            <a:extLst xmlns:a="http://schemas.openxmlformats.org/drawingml/2006/main">
              <a:ext uri="{FF2B5EF4-FFF2-40B4-BE49-F238E27FC236}">
                <a16:creationId xmlns:a16="http://schemas.microsoft.com/office/drawing/2014/main" id="{E8F691D6-C7B8-40A9-A3BC-F94BF1E6B203}"/>
              </a:ext>
            </a:extLst>
          </p:cNvPr>
          <p:cNvSpPr>
            <a:spLocks xmlns:a="http://schemas.openxmlformats.org/drawingml/2006/main" noGrp="1"/>
          </p:cNvSpPr>
          <p:nvPr>
            <p:ph type="ftr" idx="11"/>
          </p:nvPr>
        </p:nvSpPr>
        <p:spPr>
          <a:xfrm xmlns:a="http://schemas.openxmlformats.org/drawingml/2006/main">
            <a:off x="3124200" y="6356350"/>
            <a:ext cx="2895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39" name="Google Shape;39;p6">
            <a:extLst xmlns:a="http://schemas.openxmlformats.org/drawingml/2006/main">
              <a:ext uri="{FF2B5EF4-FFF2-40B4-BE49-F238E27FC236}">
                <a16:creationId xmlns:a16="http://schemas.microsoft.com/office/drawing/2014/main" id="{BA6F00BB-6F08-4E9A-9C05-20C0E153361E}"/>
              </a:ext>
            </a:extLst>
          </p:cNvPr>
          <p:cNvSpPr>
            <a:spLocks xmlns:a="http://schemas.openxmlformats.org/drawingml/2006/main" noGrp="1"/>
          </p:cNvSpPr>
          <p:nvPr>
            <p:ph type="sldNum" idx="12"/>
          </p:nvPr>
        </p:nvSpPr>
        <p:spPr>
          <a:xfrm xmlns:a="http://schemas.openxmlformats.org/drawingml/2006/main">
            <a:off x="6553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6.xml><?xml version="1.0" encoding="utf-8"?>
<p:sldLayout xmlns:p="http://schemas.openxmlformats.org/presentationml/2006/main" matchingName="Comparison" type="twoTxTwoObj">
  <p:cSld name="TWO_OBJECTS_WITH_TEXT">
    <p:spTree>
      <p:nvGrpSpPr>
        <p:cNvPr id="1" name=""/>
        <p:cNvGrpSpPr/>
        <p:nvPr/>
      </p:nvGrpSpPr>
      <p:grpSpPr>
        <a:xfrm xmlns:a="http://schemas.openxmlformats.org/drawingml/2006/main"/>
      </p:grpSpPr>
      <p:sp>
        <p:nvSpPr>
          <p:cNvPr id="41" name="Google Shape;41;p7">
            <a:extLst xmlns:a="http://schemas.openxmlformats.org/drawingml/2006/main">
              <a:ext uri="{FF2B5EF4-FFF2-40B4-BE49-F238E27FC236}">
                <a16:creationId xmlns:a16="http://schemas.microsoft.com/office/drawing/2014/main" id="{FFDF2C49-4F46-4D5D-ACE0-9D293FDFAA77}"/>
              </a:ext>
            </a:extLst>
          </p:cNvPr>
          <p:cNvSpPr>
            <a:spLocks xmlns:a="http://schemas.openxmlformats.org/drawingml/2006/main" noGrp="1"/>
          </p:cNvSpPr>
          <p:nvPr>
            <p:ph type="title" idx="0"/>
          </p:nvPr>
        </p:nvSpPr>
        <p:spPr>
          <a:xfrm xmlns:a="http://schemas.openxmlformats.org/drawingml/2006/main">
            <a:off x="457200" y="274638"/>
            <a:ext cx="8229600" cy="114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ctr">
              <a:spcBef>
                <a:spcPts val="0"/>
              </a:spcBef>
              <a:spcAft>
                <a:spcPts val="0"/>
              </a:spcAft>
              <a:buClr>
                <a:schemeClr val="dk1"/>
              </a:buClr>
              <a:buSzPts val="4400"/>
              <a:buFont typeface="Inter Tight"/>
              <a:buNone/>
              <a:defRPr/>
            </a:lvl1pPr>
            <a:lvl2pPr>
              <a:spcBef>
                <a:spcPts val="0"/>
              </a:spcBef>
              <a:spcAft>
                <a:spcPts val="0"/>
              </a:spcAft>
              <a:buSzPts val="1400"/>
              <a:buNone/>
              <a:defRPr/>
            </a:lvl2pPr>
            <a:lvl3pPr>
              <a:spcBef>
                <a:spcPts val="0"/>
              </a:spcBef>
              <a:spcAft>
                <a:spcPts val="0"/>
              </a:spcAft>
              <a:buSzPts val="1400"/>
              <a:buNone/>
              <a:defRPr/>
            </a:lvl3pPr>
            <a:lvl4pPr>
              <a:spcBef>
                <a:spcPts val="0"/>
              </a:spcBef>
              <a:spcAft>
                <a:spcPts val="0"/>
              </a:spcAft>
              <a:buSzPts val="1400"/>
              <a:buNone/>
              <a:defRPr/>
            </a:lvl4pPr>
            <a:lvl5pPr>
              <a:spcBef>
                <a:spcPts val="0"/>
              </a:spcBef>
              <a:spcAft>
                <a:spcPts val="0"/>
              </a:spcAft>
              <a:buSzPts val="1400"/>
              <a:buNone/>
              <a:defRPr/>
            </a:lvl5pPr>
            <a:lvl6pPr>
              <a:spcBef>
                <a:spcPts val="0"/>
              </a:spcBef>
              <a:spcAft>
                <a:spcPts val="0"/>
              </a:spcAft>
              <a:buSzPts val="1400"/>
              <a:buNone/>
              <a:defRPr/>
            </a:lvl6pPr>
            <a:lvl7pPr>
              <a:spcBef>
                <a:spcPts val="0"/>
              </a:spcBef>
              <a:spcAft>
                <a:spcPts val="0"/>
              </a:spcAft>
              <a:buSzPts val="1400"/>
              <a:buNone/>
              <a:defRPr/>
            </a:lvl7pPr>
            <a:lvl8pPr>
              <a:spcBef>
                <a:spcPts val="0"/>
              </a:spcBef>
              <a:spcAft>
                <a:spcPts val="0"/>
              </a:spcAft>
              <a:buSzPts val="1400"/>
              <a:buNone/>
              <a:defRPr/>
            </a:lvl8pPr>
            <a:lvl9pPr>
              <a:spcBef>
                <a:spcPts val="0"/>
              </a:spcBef>
              <a:spcAft>
                <a:spcPts val="0"/>
              </a:spcAft>
              <a:buSzPts val="1400"/>
              <a:buNone/>
              <a:defRPr/>
            </a:lvl9pPr>
          </a:lstStyle>
          <a:p xmlns:a="http://schemas.openxmlformats.org/drawingml/2006/main"/>
        </p:txBody>
      </p:sp>
      <p:sp>
        <p:nvSpPr>
          <p:cNvPr id="42" name="Google Shape;42;p7">
            <a:extLst xmlns:a="http://schemas.openxmlformats.org/drawingml/2006/main">
              <a:ext uri="{FF2B5EF4-FFF2-40B4-BE49-F238E27FC236}">
                <a16:creationId xmlns:a16="http://schemas.microsoft.com/office/drawing/2014/main" id="{16659FC5-1390-4A5A-BDCA-6C589BBF12B3}"/>
              </a:ext>
            </a:extLst>
          </p:cNvPr>
          <p:cNvSpPr>
            <a:spLocks xmlns:a="http://schemas.openxmlformats.org/drawingml/2006/main" noGrp="1"/>
          </p:cNvSpPr>
          <p:nvPr>
            <p:ph type="body" idx="1"/>
          </p:nvPr>
        </p:nvSpPr>
        <p:spPr>
          <a:xfrm xmlns:a="http://schemas.openxmlformats.org/drawingml/2006/main">
            <a:off x="457200" y="1535113"/>
            <a:ext cx="4040188" cy="63976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rmAutofit/>
          </a:bodyPr>
          <a:lstStyle xmlns:a="http://schemas.openxmlformats.org/drawingml/2006/main">
            <a:lvl1pPr marL="457200" indent="-228600" algn="l">
              <a:spcBef>
                <a:spcPts val="480"/>
              </a:spcBef>
              <a:spcAft>
                <a:spcPts val="0"/>
              </a:spcAft>
              <a:buClr>
                <a:schemeClr val="dk1"/>
              </a:buClr>
              <a:buSzPts val="2400"/>
              <a:buNone/>
              <a:defRPr sz="2400" b="1"/>
            </a:lvl1pPr>
            <a:lvl2pPr marL="914400" indent="-228600" algn="l">
              <a:spcBef>
                <a:spcPts val="400"/>
              </a:spcBef>
              <a:spcAft>
                <a:spcPts val="0"/>
              </a:spcAft>
              <a:buClr>
                <a:schemeClr val="dk1"/>
              </a:buClr>
              <a:buSzPts val="2000"/>
              <a:buNone/>
              <a:defRPr sz="2000" b="1"/>
            </a:lvl2pPr>
            <a:lvl3pPr marL="1371600" indent="-228600" algn="l">
              <a:spcBef>
                <a:spcPts val="360"/>
              </a:spcBef>
              <a:spcAft>
                <a:spcPts val="0"/>
              </a:spcAft>
              <a:buClr>
                <a:schemeClr val="dk1"/>
              </a:buClr>
              <a:buSzPts val="1800"/>
              <a:buNone/>
              <a:defRPr sz="1800" b="1"/>
            </a:lvl3pPr>
            <a:lvl4pPr marL="1828800" indent="-228600" algn="l">
              <a:spcBef>
                <a:spcPts val="320"/>
              </a:spcBef>
              <a:spcAft>
                <a:spcPts val="0"/>
              </a:spcAft>
              <a:buClr>
                <a:schemeClr val="dk1"/>
              </a:buClr>
              <a:buSzPts val="1600"/>
              <a:buNone/>
              <a:defRPr sz="1600" b="1"/>
            </a:lvl4pPr>
            <a:lvl5pPr marL="2286000" indent="-228600" algn="l">
              <a:spcBef>
                <a:spcPts val="320"/>
              </a:spcBef>
              <a:spcAft>
                <a:spcPts val="0"/>
              </a:spcAft>
              <a:buClr>
                <a:schemeClr val="dk1"/>
              </a:buClr>
              <a:buSzPts val="1600"/>
              <a:buNone/>
              <a:defRPr sz="1600" b="1"/>
            </a:lvl5pPr>
            <a:lvl6pPr marL="2743200" indent="-228600" algn="l">
              <a:spcBef>
                <a:spcPts val="320"/>
              </a:spcBef>
              <a:spcAft>
                <a:spcPts val="0"/>
              </a:spcAft>
              <a:buClr>
                <a:schemeClr val="dk1"/>
              </a:buClr>
              <a:buSzPts val="1600"/>
              <a:buNone/>
              <a:defRPr sz="1600" b="1"/>
            </a:lvl6pPr>
            <a:lvl7pPr marL="3200400" indent="-228600" algn="l">
              <a:spcBef>
                <a:spcPts val="320"/>
              </a:spcBef>
              <a:spcAft>
                <a:spcPts val="0"/>
              </a:spcAft>
              <a:buClr>
                <a:schemeClr val="dk1"/>
              </a:buClr>
              <a:buSzPts val="1600"/>
              <a:buNone/>
              <a:defRPr sz="1600" b="1"/>
            </a:lvl7pPr>
            <a:lvl8pPr marL="3657600" indent="-228600" algn="l">
              <a:spcBef>
                <a:spcPts val="320"/>
              </a:spcBef>
              <a:spcAft>
                <a:spcPts val="0"/>
              </a:spcAft>
              <a:buClr>
                <a:schemeClr val="dk1"/>
              </a:buClr>
              <a:buSzPts val="1600"/>
              <a:buNone/>
              <a:defRPr sz="1600" b="1"/>
            </a:lvl8pPr>
            <a:lvl9pPr marL="4114800" indent="-228600" algn="l">
              <a:spcBef>
                <a:spcPts val="320"/>
              </a:spcBef>
              <a:spcAft>
                <a:spcPts val="0"/>
              </a:spcAft>
              <a:buClr>
                <a:schemeClr val="dk1"/>
              </a:buClr>
              <a:buSzPts val="1600"/>
              <a:buNone/>
              <a:defRPr sz="1600" b="1"/>
            </a:lvl9pPr>
          </a:lstStyle>
          <a:p xmlns:a="http://schemas.openxmlformats.org/drawingml/2006/main"/>
        </p:txBody>
      </p:sp>
      <p:sp>
        <p:nvSpPr>
          <p:cNvPr id="43" name="Google Shape;43;p7">
            <a:extLst xmlns:a="http://schemas.openxmlformats.org/drawingml/2006/main">
              <a:ext uri="{FF2B5EF4-FFF2-40B4-BE49-F238E27FC236}">
                <a16:creationId xmlns:a16="http://schemas.microsoft.com/office/drawing/2014/main" id="{7D2112C1-0045-4F3C-8782-587BC5140A80}"/>
              </a:ext>
            </a:extLst>
          </p:cNvPr>
          <p:cNvSpPr>
            <a:spLocks xmlns:a="http://schemas.openxmlformats.org/drawingml/2006/main" noGrp="1"/>
          </p:cNvSpPr>
          <p:nvPr>
            <p:ph type="body" idx="2"/>
          </p:nvPr>
        </p:nvSpPr>
        <p:spPr>
          <a:xfrm xmlns:a="http://schemas.openxmlformats.org/drawingml/2006/main">
            <a:off x="457200" y="2174875"/>
            <a:ext cx="4040188" cy="395128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81000" algn="l">
              <a:spcBef>
                <a:spcPts val="480"/>
              </a:spcBef>
              <a:spcAft>
                <a:spcPts val="0"/>
              </a:spcAft>
              <a:buClr>
                <a:schemeClr val="dk1"/>
              </a:buClr>
              <a:buSzPts val="2400"/>
              <a:buChar char="•"/>
              <a:defRPr sz="2400"/>
            </a:lvl1pPr>
            <a:lvl2pPr marL="914400" indent="-355600" algn="l">
              <a:spcBef>
                <a:spcPts val="400"/>
              </a:spcBef>
              <a:spcAft>
                <a:spcPts val="0"/>
              </a:spcAft>
              <a:buClr>
                <a:schemeClr val="dk1"/>
              </a:buClr>
              <a:buSzPts val="2000"/>
              <a:buChar char="–"/>
              <a:defRPr sz="2000"/>
            </a:lvl2pPr>
            <a:lvl3pPr marL="1371600" indent="-342900" algn="l">
              <a:spcBef>
                <a:spcPts val="360"/>
              </a:spcBef>
              <a:spcAft>
                <a:spcPts val="0"/>
              </a:spcAft>
              <a:buClr>
                <a:schemeClr val="dk1"/>
              </a:buClr>
              <a:buSzPts val="1800"/>
              <a:buChar char="•"/>
              <a:defRPr sz="1800"/>
            </a:lvl3pPr>
            <a:lvl4pPr marL="1828800" indent="-330200" algn="l">
              <a:spcBef>
                <a:spcPts val="320"/>
              </a:spcBef>
              <a:spcAft>
                <a:spcPts val="0"/>
              </a:spcAft>
              <a:buClr>
                <a:schemeClr val="dk1"/>
              </a:buClr>
              <a:buSzPts val="1600"/>
              <a:buChar char="–"/>
              <a:defRPr sz="1600"/>
            </a:lvl4pPr>
            <a:lvl5pPr marL="2286000" indent="-330200" algn="l">
              <a:spcBef>
                <a:spcPts val="320"/>
              </a:spcBef>
              <a:spcAft>
                <a:spcPts val="0"/>
              </a:spcAft>
              <a:buClr>
                <a:schemeClr val="dk1"/>
              </a:buClr>
              <a:buSzPts val="1600"/>
              <a:buChar char="»"/>
              <a:defRPr sz="1600"/>
            </a:lvl5pPr>
            <a:lvl6pPr marL="2743200" indent="-330200" algn="l">
              <a:spcBef>
                <a:spcPts val="320"/>
              </a:spcBef>
              <a:spcAft>
                <a:spcPts val="0"/>
              </a:spcAft>
              <a:buClr>
                <a:schemeClr val="dk1"/>
              </a:buClr>
              <a:buSzPts val="1600"/>
              <a:buChar char="•"/>
              <a:defRPr sz="1600"/>
            </a:lvl6pPr>
            <a:lvl7pPr marL="3200400" indent="-330200" algn="l">
              <a:spcBef>
                <a:spcPts val="320"/>
              </a:spcBef>
              <a:spcAft>
                <a:spcPts val="0"/>
              </a:spcAft>
              <a:buClr>
                <a:schemeClr val="dk1"/>
              </a:buClr>
              <a:buSzPts val="1600"/>
              <a:buChar char="•"/>
              <a:defRPr sz="1600"/>
            </a:lvl7pPr>
            <a:lvl8pPr marL="3657600" indent="-330200" algn="l">
              <a:spcBef>
                <a:spcPts val="320"/>
              </a:spcBef>
              <a:spcAft>
                <a:spcPts val="0"/>
              </a:spcAft>
              <a:buClr>
                <a:schemeClr val="dk1"/>
              </a:buClr>
              <a:buSzPts val="1600"/>
              <a:buChar char="•"/>
              <a:defRPr sz="1600"/>
            </a:lvl8pPr>
            <a:lvl9pPr marL="4114800" indent="-330200" algn="l">
              <a:spcBef>
                <a:spcPts val="320"/>
              </a:spcBef>
              <a:spcAft>
                <a:spcPts val="0"/>
              </a:spcAft>
              <a:buClr>
                <a:schemeClr val="dk1"/>
              </a:buClr>
              <a:buSzPts val="1600"/>
              <a:buChar char="•"/>
              <a:defRPr sz="1600"/>
            </a:lvl9pPr>
          </a:lstStyle>
          <a:p xmlns:a="http://schemas.openxmlformats.org/drawingml/2006/main"/>
        </p:txBody>
      </p:sp>
      <p:sp>
        <p:nvSpPr>
          <p:cNvPr id="44" name="Google Shape;44;p7">
            <a:extLst xmlns:a="http://schemas.openxmlformats.org/drawingml/2006/main">
              <a:ext uri="{FF2B5EF4-FFF2-40B4-BE49-F238E27FC236}">
                <a16:creationId xmlns:a16="http://schemas.microsoft.com/office/drawing/2014/main" id="{546F0901-C4EC-4AE0-A744-F9D43AB8EF53}"/>
              </a:ext>
            </a:extLst>
          </p:cNvPr>
          <p:cNvSpPr>
            <a:spLocks xmlns:a="http://schemas.openxmlformats.org/drawingml/2006/main" noGrp="1"/>
          </p:cNvSpPr>
          <p:nvPr>
            <p:ph type="body" idx="3"/>
          </p:nvPr>
        </p:nvSpPr>
        <p:spPr>
          <a:xfrm xmlns:a="http://schemas.openxmlformats.org/drawingml/2006/main">
            <a:off x="4645025" y="1535113"/>
            <a:ext cx="4041775" cy="63976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rmAutofit/>
          </a:bodyPr>
          <a:lstStyle xmlns:a="http://schemas.openxmlformats.org/drawingml/2006/main">
            <a:lvl1pPr marL="457200" indent="-228600" algn="l">
              <a:spcBef>
                <a:spcPts val="480"/>
              </a:spcBef>
              <a:spcAft>
                <a:spcPts val="0"/>
              </a:spcAft>
              <a:buClr>
                <a:schemeClr val="dk1"/>
              </a:buClr>
              <a:buSzPts val="2400"/>
              <a:buNone/>
              <a:defRPr sz="2400" b="1"/>
            </a:lvl1pPr>
            <a:lvl2pPr marL="914400" indent="-228600" algn="l">
              <a:spcBef>
                <a:spcPts val="400"/>
              </a:spcBef>
              <a:spcAft>
                <a:spcPts val="0"/>
              </a:spcAft>
              <a:buClr>
                <a:schemeClr val="dk1"/>
              </a:buClr>
              <a:buSzPts val="2000"/>
              <a:buNone/>
              <a:defRPr sz="2000" b="1"/>
            </a:lvl2pPr>
            <a:lvl3pPr marL="1371600" indent="-228600" algn="l">
              <a:spcBef>
                <a:spcPts val="360"/>
              </a:spcBef>
              <a:spcAft>
                <a:spcPts val="0"/>
              </a:spcAft>
              <a:buClr>
                <a:schemeClr val="dk1"/>
              </a:buClr>
              <a:buSzPts val="1800"/>
              <a:buNone/>
              <a:defRPr sz="1800" b="1"/>
            </a:lvl3pPr>
            <a:lvl4pPr marL="1828800" indent="-228600" algn="l">
              <a:spcBef>
                <a:spcPts val="320"/>
              </a:spcBef>
              <a:spcAft>
                <a:spcPts val="0"/>
              </a:spcAft>
              <a:buClr>
                <a:schemeClr val="dk1"/>
              </a:buClr>
              <a:buSzPts val="1600"/>
              <a:buNone/>
              <a:defRPr sz="1600" b="1"/>
            </a:lvl4pPr>
            <a:lvl5pPr marL="2286000" indent="-228600" algn="l">
              <a:spcBef>
                <a:spcPts val="320"/>
              </a:spcBef>
              <a:spcAft>
                <a:spcPts val="0"/>
              </a:spcAft>
              <a:buClr>
                <a:schemeClr val="dk1"/>
              </a:buClr>
              <a:buSzPts val="1600"/>
              <a:buNone/>
              <a:defRPr sz="1600" b="1"/>
            </a:lvl5pPr>
            <a:lvl6pPr marL="2743200" indent="-228600" algn="l">
              <a:spcBef>
                <a:spcPts val="320"/>
              </a:spcBef>
              <a:spcAft>
                <a:spcPts val="0"/>
              </a:spcAft>
              <a:buClr>
                <a:schemeClr val="dk1"/>
              </a:buClr>
              <a:buSzPts val="1600"/>
              <a:buNone/>
              <a:defRPr sz="1600" b="1"/>
            </a:lvl6pPr>
            <a:lvl7pPr marL="3200400" indent="-228600" algn="l">
              <a:spcBef>
                <a:spcPts val="320"/>
              </a:spcBef>
              <a:spcAft>
                <a:spcPts val="0"/>
              </a:spcAft>
              <a:buClr>
                <a:schemeClr val="dk1"/>
              </a:buClr>
              <a:buSzPts val="1600"/>
              <a:buNone/>
              <a:defRPr sz="1600" b="1"/>
            </a:lvl7pPr>
            <a:lvl8pPr marL="3657600" indent="-228600" algn="l">
              <a:spcBef>
                <a:spcPts val="320"/>
              </a:spcBef>
              <a:spcAft>
                <a:spcPts val="0"/>
              </a:spcAft>
              <a:buClr>
                <a:schemeClr val="dk1"/>
              </a:buClr>
              <a:buSzPts val="1600"/>
              <a:buNone/>
              <a:defRPr sz="1600" b="1"/>
            </a:lvl8pPr>
            <a:lvl9pPr marL="4114800" indent="-228600" algn="l">
              <a:spcBef>
                <a:spcPts val="320"/>
              </a:spcBef>
              <a:spcAft>
                <a:spcPts val="0"/>
              </a:spcAft>
              <a:buClr>
                <a:schemeClr val="dk1"/>
              </a:buClr>
              <a:buSzPts val="1600"/>
              <a:buNone/>
              <a:defRPr sz="1600" b="1"/>
            </a:lvl9pPr>
          </a:lstStyle>
          <a:p xmlns:a="http://schemas.openxmlformats.org/drawingml/2006/main"/>
        </p:txBody>
      </p:sp>
      <p:sp>
        <p:nvSpPr>
          <p:cNvPr id="45" name="Google Shape;45;p7">
            <a:extLst xmlns:a="http://schemas.openxmlformats.org/drawingml/2006/main">
              <a:ext uri="{FF2B5EF4-FFF2-40B4-BE49-F238E27FC236}">
                <a16:creationId xmlns:a16="http://schemas.microsoft.com/office/drawing/2014/main" id="{82E8F8A7-6998-40E0-9FA1-EEBF685DC2B7}"/>
              </a:ext>
            </a:extLst>
          </p:cNvPr>
          <p:cNvSpPr>
            <a:spLocks xmlns:a="http://schemas.openxmlformats.org/drawingml/2006/main" noGrp="1"/>
          </p:cNvSpPr>
          <p:nvPr>
            <p:ph type="body" idx="4"/>
          </p:nvPr>
        </p:nvSpPr>
        <p:spPr>
          <a:xfrm xmlns:a="http://schemas.openxmlformats.org/drawingml/2006/main">
            <a:off x="4645025" y="2174875"/>
            <a:ext cx="4041775" cy="395128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81000" algn="l">
              <a:spcBef>
                <a:spcPts val="480"/>
              </a:spcBef>
              <a:spcAft>
                <a:spcPts val="0"/>
              </a:spcAft>
              <a:buClr>
                <a:schemeClr val="dk1"/>
              </a:buClr>
              <a:buSzPts val="2400"/>
              <a:buChar char="•"/>
              <a:defRPr sz="2400"/>
            </a:lvl1pPr>
            <a:lvl2pPr marL="914400" indent="-355600" algn="l">
              <a:spcBef>
                <a:spcPts val="400"/>
              </a:spcBef>
              <a:spcAft>
                <a:spcPts val="0"/>
              </a:spcAft>
              <a:buClr>
                <a:schemeClr val="dk1"/>
              </a:buClr>
              <a:buSzPts val="2000"/>
              <a:buChar char="–"/>
              <a:defRPr sz="2000"/>
            </a:lvl2pPr>
            <a:lvl3pPr marL="1371600" indent="-342900" algn="l">
              <a:spcBef>
                <a:spcPts val="360"/>
              </a:spcBef>
              <a:spcAft>
                <a:spcPts val="0"/>
              </a:spcAft>
              <a:buClr>
                <a:schemeClr val="dk1"/>
              </a:buClr>
              <a:buSzPts val="1800"/>
              <a:buChar char="•"/>
              <a:defRPr sz="1800"/>
            </a:lvl3pPr>
            <a:lvl4pPr marL="1828800" indent="-330200" algn="l">
              <a:spcBef>
                <a:spcPts val="320"/>
              </a:spcBef>
              <a:spcAft>
                <a:spcPts val="0"/>
              </a:spcAft>
              <a:buClr>
                <a:schemeClr val="dk1"/>
              </a:buClr>
              <a:buSzPts val="1600"/>
              <a:buChar char="–"/>
              <a:defRPr sz="1600"/>
            </a:lvl4pPr>
            <a:lvl5pPr marL="2286000" indent="-330200" algn="l">
              <a:spcBef>
                <a:spcPts val="320"/>
              </a:spcBef>
              <a:spcAft>
                <a:spcPts val="0"/>
              </a:spcAft>
              <a:buClr>
                <a:schemeClr val="dk1"/>
              </a:buClr>
              <a:buSzPts val="1600"/>
              <a:buChar char="»"/>
              <a:defRPr sz="1600"/>
            </a:lvl5pPr>
            <a:lvl6pPr marL="2743200" indent="-330200" algn="l">
              <a:spcBef>
                <a:spcPts val="320"/>
              </a:spcBef>
              <a:spcAft>
                <a:spcPts val="0"/>
              </a:spcAft>
              <a:buClr>
                <a:schemeClr val="dk1"/>
              </a:buClr>
              <a:buSzPts val="1600"/>
              <a:buChar char="•"/>
              <a:defRPr sz="1600"/>
            </a:lvl6pPr>
            <a:lvl7pPr marL="3200400" indent="-330200" algn="l">
              <a:spcBef>
                <a:spcPts val="320"/>
              </a:spcBef>
              <a:spcAft>
                <a:spcPts val="0"/>
              </a:spcAft>
              <a:buClr>
                <a:schemeClr val="dk1"/>
              </a:buClr>
              <a:buSzPts val="1600"/>
              <a:buChar char="•"/>
              <a:defRPr sz="1600"/>
            </a:lvl7pPr>
            <a:lvl8pPr marL="3657600" indent="-330200" algn="l">
              <a:spcBef>
                <a:spcPts val="320"/>
              </a:spcBef>
              <a:spcAft>
                <a:spcPts val="0"/>
              </a:spcAft>
              <a:buClr>
                <a:schemeClr val="dk1"/>
              </a:buClr>
              <a:buSzPts val="1600"/>
              <a:buChar char="•"/>
              <a:defRPr sz="1600"/>
            </a:lvl8pPr>
            <a:lvl9pPr marL="4114800" indent="-330200" algn="l">
              <a:spcBef>
                <a:spcPts val="320"/>
              </a:spcBef>
              <a:spcAft>
                <a:spcPts val="0"/>
              </a:spcAft>
              <a:buClr>
                <a:schemeClr val="dk1"/>
              </a:buClr>
              <a:buSzPts val="1600"/>
              <a:buChar char="•"/>
              <a:defRPr sz="1600"/>
            </a:lvl9pPr>
          </a:lstStyle>
          <a:p xmlns:a="http://schemas.openxmlformats.org/drawingml/2006/main"/>
        </p:txBody>
      </p:sp>
      <p:sp>
        <p:nvSpPr>
          <p:cNvPr id="46" name="Google Shape;46;p7">
            <a:extLst xmlns:a="http://schemas.openxmlformats.org/drawingml/2006/main">
              <a:ext uri="{FF2B5EF4-FFF2-40B4-BE49-F238E27FC236}">
                <a16:creationId xmlns:a16="http://schemas.microsoft.com/office/drawing/2014/main" id="{94F356AF-D23E-4621-8901-1FE6D95E280D}"/>
              </a:ext>
            </a:extLst>
          </p:cNvPr>
          <p:cNvSpPr>
            <a:spLocks xmlns:a="http://schemas.openxmlformats.org/drawingml/2006/main" noGrp="1"/>
          </p:cNvSpPr>
          <p:nvPr>
            <p:ph type="dt" idx="10"/>
          </p:nvPr>
        </p:nvSpPr>
        <p:spPr>
          <a:xfrm xmlns:a="http://schemas.openxmlformats.org/drawingml/2006/main">
            <a:off x="457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47" name="Google Shape;47;p7">
            <a:extLst xmlns:a="http://schemas.openxmlformats.org/drawingml/2006/main">
              <a:ext uri="{FF2B5EF4-FFF2-40B4-BE49-F238E27FC236}">
                <a16:creationId xmlns:a16="http://schemas.microsoft.com/office/drawing/2014/main" id="{D3F7C2AD-532C-45AE-BB35-43C185884AC7}"/>
              </a:ext>
            </a:extLst>
          </p:cNvPr>
          <p:cNvSpPr>
            <a:spLocks xmlns:a="http://schemas.openxmlformats.org/drawingml/2006/main" noGrp="1"/>
          </p:cNvSpPr>
          <p:nvPr>
            <p:ph type="ftr" idx="11"/>
          </p:nvPr>
        </p:nvSpPr>
        <p:spPr>
          <a:xfrm xmlns:a="http://schemas.openxmlformats.org/drawingml/2006/main">
            <a:off x="3124200" y="6356350"/>
            <a:ext cx="2895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48" name="Google Shape;48;p7">
            <a:extLst xmlns:a="http://schemas.openxmlformats.org/drawingml/2006/main">
              <a:ext uri="{FF2B5EF4-FFF2-40B4-BE49-F238E27FC236}">
                <a16:creationId xmlns:a16="http://schemas.microsoft.com/office/drawing/2014/main" id="{EB5238F5-4DF4-4AF7-9A75-6DCB5162F34A}"/>
              </a:ext>
            </a:extLst>
          </p:cNvPr>
          <p:cNvSpPr>
            <a:spLocks xmlns:a="http://schemas.openxmlformats.org/drawingml/2006/main" noGrp="1"/>
          </p:cNvSpPr>
          <p:nvPr>
            <p:ph type="sldNum" idx="12"/>
          </p:nvPr>
        </p:nvSpPr>
        <p:spPr>
          <a:xfrm xmlns:a="http://schemas.openxmlformats.org/drawingml/2006/main">
            <a:off x="6553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7.xml><?xml version="1.0" encoding="utf-8"?>
<p:sldLayout xmlns:p="http://schemas.openxmlformats.org/presentationml/2006/main" matchingName="Title Only" type="titleOnly">
  <p:cSld name="TITLE_ONLY">
    <p:spTree>
      <p:nvGrpSpPr>
        <p:cNvPr id="1" name=""/>
        <p:cNvGrpSpPr/>
        <p:nvPr/>
      </p:nvGrpSpPr>
      <p:grpSpPr>
        <a:xfrm xmlns:a="http://schemas.openxmlformats.org/drawingml/2006/main"/>
      </p:grpSpPr>
      <p:sp>
        <p:nvSpPr>
          <p:cNvPr id="50" name="Google Shape;50;p8">
            <a:extLst xmlns:a="http://schemas.openxmlformats.org/drawingml/2006/main">
              <a:ext uri="{FF2B5EF4-FFF2-40B4-BE49-F238E27FC236}">
                <a16:creationId xmlns:a16="http://schemas.microsoft.com/office/drawing/2014/main" id="{92C28437-1D30-48C9-8BC2-9F6C501B53EC}"/>
              </a:ext>
            </a:extLst>
          </p:cNvPr>
          <p:cNvSpPr>
            <a:spLocks xmlns:a="http://schemas.openxmlformats.org/drawingml/2006/main" noGrp="1"/>
          </p:cNvSpPr>
          <p:nvPr>
            <p:ph type="title" idx="0"/>
          </p:nvPr>
        </p:nvSpPr>
        <p:spPr>
          <a:xfrm xmlns:a="http://schemas.openxmlformats.org/drawingml/2006/main">
            <a:off x="457200" y="274638"/>
            <a:ext cx="8229600" cy="114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ctr">
              <a:spcBef>
                <a:spcPts val="0"/>
              </a:spcBef>
              <a:spcAft>
                <a:spcPts val="0"/>
              </a:spcAft>
              <a:buClr>
                <a:schemeClr val="dk1"/>
              </a:buClr>
              <a:buSzPts val="1800"/>
              <a:buNone/>
              <a:defRPr/>
            </a:lvl1pPr>
            <a:lvl2pPr>
              <a:spcBef>
                <a:spcPts val="0"/>
              </a:spcBef>
              <a:spcAft>
                <a:spcPts val="0"/>
              </a:spcAft>
              <a:buSzPts val="1400"/>
              <a:buNone/>
              <a:defRPr/>
            </a:lvl2pPr>
            <a:lvl3pPr>
              <a:spcBef>
                <a:spcPts val="0"/>
              </a:spcBef>
              <a:spcAft>
                <a:spcPts val="0"/>
              </a:spcAft>
              <a:buSzPts val="1400"/>
              <a:buNone/>
              <a:defRPr/>
            </a:lvl3pPr>
            <a:lvl4pPr>
              <a:spcBef>
                <a:spcPts val="0"/>
              </a:spcBef>
              <a:spcAft>
                <a:spcPts val="0"/>
              </a:spcAft>
              <a:buSzPts val="1400"/>
              <a:buNone/>
              <a:defRPr/>
            </a:lvl4pPr>
            <a:lvl5pPr>
              <a:spcBef>
                <a:spcPts val="0"/>
              </a:spcBef>
              <a:spcAft>
                <a:spcPts val="0"/>
              </a:spcAft>
              <a:buSzPts val="1400"/>
              <a:buNone/>
              <a:defRPr/>
            </a:lvl5pPr>
            <a:lvl6pPr>
              <a:spcBef>
                <a:spcPts val="0"/>
              </a:spcBef>
              <a:spcAft>
                <a:spcPts val="0"/>
              </a:spcAft>
              <a:buSzPts val="1400"/>
              <a:buNone/>
              <a:defRPr/>
            </a:lvl6pPr>
            <a:lvl7pPr>
              <a:spcBef>
                <a:spcPts val="0"/>
              </a:spcBef>
              <a:spcAft>
                <a:spcPts val="0"/>
              </a:spcAft>
              <a:buSzPts val="1400"/>
              <a:buNone/>
              <a:defRPr/>
            </a:lvl7pPr>
            <a:lvl8pPr>
              <a:spcBef>
                <a:spcPts val="0"/>
              </a:spcBef>
              <a:spcAft>
                <a:spcPts val="0"/>
              </a:spcAft>
              <a:buSzPts val="1400"/>
              <a:buNone/>
              <a:defRPr/>
            </a:lvl8pPr>
            <a:lvl9pPr>
              <a:spcBef>
                <a:spcPts val="0"/>
              </a:spcBef>
              <a:spcAft>
                <a:spcPts val="0"/>
              </a:spcAft>
              <a:buSzPts val="1400"/>
              <a:buNone/>
              <a:defRPr/>
            </a:lvl9pPr>
          </a:lstStyle>
          <a:p xmlns:a="http://schemas.openxmlformats.org/drawingml/2006/main"/>
        </p:txBody>
      </p:sp>
      <p:sp>
        <p:nvSpPr>
          <p:cNvPr id="51" name="Google Shape;51;p8">
            <a:extLst xmlns:a="http://schemas.openxmlformats.org/drawingml/2006/main">
              <a:ext uri="{FF2B5EF4-FFF2-40B4-BE49-F238E27FC236}">
                <a16:creationId xmlns:a16="http://schemas.microsoft.com/office/drawing/2014/main" id="{1CE09AA8-E4E1-4827-BCA2-B24995779740}"/>
              </a:ext>
            </a:extLst>
          </p:cNvPr>
          <p:cNvSpPr>
            <a:spLocks xmlns:a="http://schemas.openxmlformats.org/drawingml/2006/main" noGrp="1"/>
          </p:cNvSpPr>
          <p:nvPr>
            <p:ph type="dt" idx="10"/>
          </p:nvPr>
        </p:nvSpPr>
        <p:spPr>
          <a:xfrm xmlns:a="http://schemas.openxmlformats.org/drawingml/2006/main">
            <a:off x="457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52" name="Google Shape;52;p8">
            <a:extLst xmlns:a="http://schemas.openxmlformats.org/drawingml/2006/main">
              <a:ext uri="{FF2B5EF4-FFF2-40B4-BE49-F238E27FC236}">
                <a16:creationId xmlns:a16="http://schemas.microsoft.com/office/drawing/2014/main" id="{3C0147E1-BAD9-4D67-9D96-4D125C2CCE0A}"/>
              </a:ext>
            </a:extLst>
          </p:cNvPr>
          <p:cNvSpPr>
            <a:spLocks xmlns:a="http://schemas.openxmlformats.org/drawingml/2006/main" noGrp="1"/>
          </p:cNvSpPr>
          <p:nvPr>
            <p:ph type="ftr" idx="11"/>
          </p:nvPr>
        </p:nvSpPr>
        <p:spPr>
          <a:xfrm xmlns:a="http://schemas.openxmlformats.org/drawingml/2006/main">
            <a:off x="3124200" y="6356350"/>
            <a:ext cx="2895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53" name="Google Shape;53;p8">
            <a:extLst xmlns:a="http://schemas.openxmlformats.org/drawingml/2006/main">
              <a:ext uri="{FF2B5EF4-FFF2-40B4-BE49-F238E27FC236}">
                <a16:creationId xmlns:a16="http://schemas.microsoft.com/office/drawing/2014/main" id="{8759686E-060B-471D-887A-980F7BF2816D}"/>
              </a:ext>
            </a:extLst>
          </p:cNvPr>
          <p:cNvSpPr>
            <a:spLocks xmlns:a="http://schemas.openxmlformats.org/drawingml/2006/main" noGrp="1"/>
          </p:cNvSpPr>
          <p:nvPr>
            <p:ph type="sldNum" idx="12"/>
          </p:nvPr>
        </p:nvSpPr>
        <p:spPr>
          <a:xfrm xmlns:a="http://schemas.openxmlformats.org/drawingml/2006/main">
            <a:off x="6553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8.xml><?xml version="1.0" encoding="utf-8"?>
<p:sldLayout xmlns:p="http://schemas.openxmlformats.org/presentationml/2006/main" matchingName="Content with Caption" type="objTx">
  <p:cSld name="OBJECT_WITH_CAPTION_TEXT">
    <p:spTree>
      <p:nvGrpSpPr>
        <p:cNvPr id="1" name=""/>
        <p:cNvGrpSpPr/>
        <p:nvPr/>
      </p:nvGrpSpPr>
      <p:grpSpPr>
        <a:xfrm xmlns:a="http://schemas.openxmlformats.org/drawingml/2006/main"/>
      </p:grpSpPr>
      <p:sp>
        <p:nvSpPr>
          <p:cNvPr id="55" name="Google Shape;55;p9">
            <a:extLst xmlns:a="http://schemas.openxmlformats.org/drawingml/2006/main">
              <a:ext uri="{FF2B5EF4-FFF2-40B4-BE49-F238E27FC236}">
                <a16:creationId xmlns:a16="http://schemas.microsoft.com/office/drawing/2014/main" id="{3D869978-DBA1-42BE-9A03-CE729F347436}"/>
              </a:ext>
            </a:extLst>
          </p:cNvPr>
          <p:cNvSpPr>
            <a:spLocks xmlns:a="http://schemas.openxmlformats.org/drawingml/2006/main" noGrp="1"/>
          </p:cNvSpPr>
          <p:nvPr>
            <p:ph type="title" idx="0"/>
          </p:nvPr>
        </p:nvSpPr>
        <p:spPr>
          <a:xfrm xmlns:a="http://schemas.openxmlformats.org/drawingml/2006/main">
            <a:off x="457200" y="273050"/>
            <a:ext cx="3008313" cy="1162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rmAutofit/>
          </a:bodyPr>
          <a:lstStyle xmlns:a="http://schemas.openxmlformats.org/drawingml/2006/main">
            <a:lvl1pPr algn="l">
              <a:spcBef>
                <a:spcPts val="0"/>
              </a:spcBef>
              <a:spcAft>
                <a:spcPts val="0"/>
              </a:spcAft>
              <a:buClr>
                <a:schemeClr val="dk1"/>
              </a:buClr>
              <a:buSzPts val="2000"/>
              <a:buFont typeface="Inter Tight"/>
              <a:buNone/>
              <a:defRPr sz="2000" b="1"/>
            </a:lvl1pPr>
            <a:lvl2pPr>
              <a:spcBef>
                <a:spcPts val="0"/>
              </a:spcBef>
              <a:spcAft>
                <a:spcPts val="0"/>
              </a:spcAft>
              <a:buSzPts val="1400"/>
              <a:buNone/>
              <a:defRPr/>
            </a:lvl2pPr>
            <a:lvl3pPr>
              <a:spcBef>
                <a:spcPts val="0"/>
              </a:spcBef>
              <a:spcAft>
                <a:spcPts val="0"/>
              </a:spcAft>
              <a:buSzPts val="1400"/>
              <a:buNone/>
              <a:defRPr/>
            </a:lvl3pPr>
            <a:lvl4pPr>
              <a:spcBef>
                <a:spcPts val="0"/>
              </a:spcBef>
              <a:spcAft>
                <a:spcPts val="0"/>
              </a:spcAft>
              <a:buSzPts val="1400"/>
              <a:buNone/>
              <a:defRPr/>
            </a:lvl4pPr>
            <a:lvl5pPr>
              <a:spcBef>
                <a:spcPts val="0"/>
              </a:spcBef>
              <a:spcAft>
                <a:spcPts val="0"/>
              </a:spcAft>
              <a:buSzPts val="1400"/>
              <a:buNone/>
              <a:defRPr/>
            </a:lvl5pPr>
            <a:lvl6pPr>
              <a:spcBef>
                <a:spcPts val="0"/>
              </a:spcBef>
              <a:spcAft>
                <a:spcPts val="0"/>
              </a:spcAft>
              <a:buSzPts val="1400"/>
              <a:buNone/>
              <a:defRPr/>
            </a:lvl6pPr>
            <a:lvl7pPr>
              <a:spcBef>
                <a:spcPts val="0"/>
              </a:spcBef>
              <a:spcAft>
                <a:spcPts val="0"/>
              </a:spcAft>
              <a:buSzPts val="1400"/>
              <a:buNone/>
              <a:defRPr/>
            </a:lvl7pPr>
            <a:lvl8pPr>
              <a:spcBef>
                <a:spcPts val="0"/>
              </a:spcBef>
              <a:spcAft>
                <a:spcPts val="0"/>
              </a:spcAft>
              <a:buSzPts val="1400"/>
              <a:buNone/>
              <a:defRPr/>
            </a:lvl8pPr>
            <a:lvl9pPr>
              <a:spcBef>
                <a:spcPts val="0"/>
              </a:spcBef>
              <a:spcAft>
                <a:spcPts val="0"/>
              </a:spcAft>
              <a:buSzPts val="1400"/>
              <a:buNone/>
              <a:defRPr/>
            </a:lvl9pPr>
          </a:lstStyle>
          <a:p xmlns:a="http://schemas.openxmlformats.org/drawingml/2006/main"/>
        </p:txBody>
      </p:sp>
      <p:sp>
        <p:nvSpPr>
          <p:cNvPr id="56" name="Google Shape;56;p9">
            <a:extLst xmlns:a="http://schemas.openxmlformats.org/drawingml/2006/main">
              <a:ext uri="{FF2B5EF4-FFF2-40B4-BE49-F238E27FC236}">
                <a16:creationId xmlns:a16="http://schemas.microsoft.com/office/drawing/2014/main" id="{248C71BB-7A44-44F1-8B11-7978B99C10FB}"/>
              </a:ext>
            </a:extLst>
          </p:cNvPr>
          <p:cNvSpPr>
            <a:spLocks xmlns:a="http://schemas.openxmlformats.org/drawingml/2006/main" noGrp="1"/>
          </p:cNvSpPr>
          <p:nvPr>
            <p:ph type="body" idx="1"/>
          </p:nvPr>
        </p:nvSpPr>
        <p:spPr>
          <a:xfrm xmlns:a="http://schemas.openxmlformats.org/drawingml/2006/main">
            <a:off x="3575050" y="273050"/>
            <a:ext cx="5111750" cy="585311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431800" algn="l">
              <a:spcBef>
                <a:spcPts val="640"/>
              </a:spcBef>
              <a:spcAft>
                <a:spcPts val="0"/>
              </a:spcAft>
              <a:buClr>
                <a:schemeClr val="dk1"/>
              </a:buClr>
              <a:buSzPts val="3200"/>
              <a:buChar char="•"/>
              <a:defRPr sz="3200"/>
            </a:lvl1pPr>
            <a:lvl2pPr marL="914400" indent="-406400" algn="l">
              <a:spcBef>
                <a:spcPts val="560"/>
              </a:spcBef>
              <a:spcAft>
                <a:spcPts val="0"/>
              </a:spcAft>
              <a:buClr>
                <a:schemeClr val="dk1"/>
              </a:buClr>
              <a:buSzPts val="2800"/>
              <a:buChar char="–"/>
              <a:defRPr sz="2800"/>
            </a:lvl2pPr>
            <a:lvl3pPr marL="1371600" indent="-381000" algn="l">
              <a:spcBef>
                <a:spcPts val="480"/>
              </a:spcBef>
              <a:spcAft>
                <a:spcPts val="0"/>
              </a:spcAft>
              <a:buClr>
                <a:schemeClr val="dk1"/>
              </a:buClr>
              <a:buSzPts val="2400"/>
              <a:buChar char="•"/>
              <a:defRPr sz="2400"/>
            </a:lvl3pPr>
            <a:lvl4pPr marL="1828800" indent="-355600" algn="l">
              <a:spcBef>
                <a:spcPts val="400"/>
              </a:spcBef>
              <a:spcAft>
                <a:spcPts val="0"/>
              </a:spcAft>
              <a:buClr>
                <a:schemeClr val="dk1"/>
              </a:buClr>
              <a:buSzPts val="2000"/>
              <a:buChar char="–"/>
              <a:defRPr sz="2000"/>
            </a:lvl4pPr>
            <a:lvl5pPr marL="2286000" indent="-355600" algn="l">
              <a:spcBef>
                <a:spcPts val="400"/>
              </a:spcBef>
              <a:spcAft>
                <a:spcPts val="0"/>
              </a:spcAft>
              <a:buClr>
                <a:schemeClr val="dk1"/>
              </a:buClr>
              <a:buSzPts val="2000"/>
              <a:buChar char="»"/>
              <a:defRPr sz="2000"/>
            </a:lvl5pPr>
            <a:lvl6pPr marL="2743200" indent="-355600" algn="l">
              <a:spcBef>
                <a:spcPts val="400"/>
              </a:spcBef>
              <a:spcAft>
                <a:spcPts val="0"/>
              </a:spcAft>
              <a:buClr>
                <a:schemeClr val="dk1"/>
              </a:buClr>
              <a:buSzPts val="2000"/>
              <a:buChar char="•"/>
              <a:defRPr sz="2000"/>
            </a:lvl6pPr>
            <a:lvl7pPr marL="3200400" indent="-355600" algn="l">
              <a:spcBef>
                <a:spcPts val="400"/>
              </a:spcBef>
              <a:spcAft>
                <a:spcPts val="0"/>
              </a:spcAft>
              <a:buClr>
                <a:schemeClr val="dk1"/>
              </a:buClr>
              <a:buSzPts val="2000"/>
              <a:buChar char="•"/>
              <a:defRPr sz="2000"/>
            </a:lvl7pPr>
            <a:lvl8pPr marL="3657600" indent="-355600" algn="l">
              <a:spcBef>
                <a:spcPts val="400"/>
              </a:spcBef>
              <a:spcAft>
                <a:spcPts val="0"/>
              </a:spcAft>
              <a:buClr>
                <a:schemeClr val="dk1"/>
              </a:buClr>
              <a:buSzPts val="2000"/>
              <a:buChar char="•"/>
              <a:defRPr sz="2000"/>
            </a:lvl8pPr>
            <a:lvl9pPr marL="4114800" indent="-355600" algn="l">
              <a:spcBef>
                <a:spcPts val="400"/>
              </a:spcBef>
              <a:spcAft>
                <a:spcPts val="0"/>
              </a:spcAft>
              <a:buClr>
                <a:schemeClr val="dk1"/>
              </a:buClr>
              <a:buSzPts val="2000"/>
              <a:buChar char="•"/>
              <a:defRPr sz="2000"/>
            </a:lvl9pPr>
          </a:lstStyle>
          <a:p xmlns:a="http://schemas.openxmlformats.org/drawingml/2006/main"/>
        </p:txBody>
      </p:sp>
      <p:sp>
        <p:nvSpPr>
          <p:cNvPr id="57" name="Google Shape;57;p9">
            <a:extLst xmlns:a="http://schemas.openxmlformats.org/drawingml/2006/main">
              <a:ext uri="{FF2B5EF4-FFF2-40B4-BE49-F238E27FC236}">
                <a16:creationId xmlns:a16="http://schemas.microsoft.com/office/drawing/2014/main" id="{7F0E0C35-3790-4302-8C20-0F00ABFFB8EC}"/>
              </a:ext>
            </a:extLst>
          </p:cNvPr>
          <p:cNvSpPr>
            <a:spLocks xmlns:a="http://schemas.openxmlformats.org/drawingml/2006/main" noGrp="1"/>
          </p:cNvSpPr>
          <p:nvPr>
            <p:ph type="body" idx="2"/>
          </p:nvPr>
        </p:nvSpPr>
        <p:spPr>
          <a:xfrm xmlns:a="http://schemas.openxmlformats.org/drawingml/2006/main">
            <a:off x="457200" y="1435100"/>
            <a:ext cx="3008313" cy="469106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228600" algn="l">
              <a:spcBef>
                <a:spcPts val="280"/>
              </a:spcBef>
              <a:spcAft>
                <a:spcPts val="0"/>
              </a:spcAft>
              <a:buClr>
                <a:schemeClr val="dk1"/>
              </a:buClr>
              <a:buSzPts val="1400"/>
              <a:buNone/>
              <a:defRPr sz="1400"/>
            </a:lvl1pPr>
            <a:lvl2pPr marL="914400" indent="-228600" algn="l">
              <a:spcBef>
                <a:spcPts val="240"/>
              </a:spcBef>
              <a:spcAft>
                <a:spcPts val="0"/>
              </a:spcAft>
              <a:buClr>
                <a:schemeClr val="dk1"/>
              </a:buClr>
              <a:buSzPts val="1200"/>
              <a:buNone/>
              <a:defRPr sz="1200"/>
            </a:lvl2pPr>
            <a:lvl3pPr marL="1371600" indent="-228600" algn="l">
              <a:spcBef>
                <a:spcPts val="200"/>
              </a:spcBef>
              <a:spcAft>
                <a:spcPts val="0"/>
              </a:spcAft>
              <a:buClr>
                <a:schemeClr val="dk1"/>
              </a:buClr>
              <a:buSzPts val="1000"/>
              <a:buNone/>
              <a:defRPr sz="1000"/>
            </a:lvl3pPr>
            <a:lvl4pPr marL="1828800" indent="-228600" algn="l">
              <a:spcBef>
                <a:spcPts val="180"/>
              </a:spcBef>
              <a:spcAft>
                <a:spcPts val="0"/>
              </a:spcAft>
              <a:buClr>
                <a:schemeClr val="dk1"/>
              </a:buClr>
              <a:buSzPts val="900"/>
              <a:buNone/>
              <a:defRPr sz="900"/>
            </a:lvl4pPr>
            <a:lvl5pPr marL="2286000" indent="-228600" algn="l">
              <a:spcBef>
                <a:spcPts val="180"/>
              </a:spcBef>
              <a:spcAft>
                <a:spcPts val="0"/>
              </a:spcAft>
              <a:buClr>
                <a:schemeClr val="dk1"/>
              </a:buClr>
              <a:buSzPts val="900"/>
              <a:buNone/>
              <a:defRPr sz="900"/>
            </a:lvl5pPr>
            <a:lvl6pPr marL="2743200" indent="-228600" algn="l">
              <a:spcBef>
                <a:spcPts val="180"/>
              </a:spcBef>
              <a:spcAft>
                <a:spcPts val="0"/>
              </a:spcAft>
              <a:buClr>
                <a:schemeClr val="dk1"/>
              </a:buClr>
              <a:buSzPts val="900"/>
              <a:buNone/>
              <a:defRPr sz="900"/>
            </a:lvl6pPr>
            <a:lvl7pPr marL="3200400" indent="-228600" algn="l">
              <a:spcBef>
                <a:spcPts val="180"/>
              </a:spcBef>
              <a:spcAft>
                <a:spcPts val="0"/>
              </a:spcAft>
              <a:buClr>
                <a:schemeClr val="dk1"/>
              </a:buClr>
              <a:buSzPts val="900"/>
              <a:buNone/>
              <a:defRPr sz="900"/>
            </a:lvl7pPr>
            <a:lvl8pPr marL="3657600" indent="-228600" algn="l">
              <a:spcBef>
                <a:spcPts val="180"/>
              </a:spcBef>
              <a:spcAft>
                <a:spcPts val="0"/>
              </a:spcAft>
              <a:buClr>
                <a:schemeClr val="dk1"/>
              </a:buClr>
              <a:buSzPts val="900"/>
              <a:buNone/>
              <a:defRPr sz="900"/>
            </a:lvl8pPr>
            <a:lvl9pPr marL="4114800" indent="-228600" algn="l">
              <a:spcBef>
                <a:spcPts val="180"/>
              </a:spcBef>
              <a:spcAft>
                <a:spcPts val="0"/>
              </a:spcAft>
              <a:buClr>
                <a:schemeClr val="dk1"/>
              </a:buClr>
              <a:buSzPts val="900"/>
              <a:buNone/>
              <a:defRPr sz="900"/>
            </a:lvl9pPr>
          </a:lstStyle>
          <a:p xmlns:a="http://schemas.openxmlformats.org/drawingml/2006/main"/>
        </p:txBody>
      </p:sp>
      <p:sp>
        <p:nvSpPr>
          <p:cNvPr id="58" name="Google Shape;58;p9">
            <a:extLst xmlns:a="http://schemas.openxmlformats.org/drawingml/2006/main">
              <a:ext uri="{FF2B5EF4-FFF2-40B4-BE49-F238E27FC236}">
                <a16:creationId xmlns:a16="http://schemas.microsoft.com/office/drawing/2014/main" id="{A61968C2-27B0-4746-9863-A5F5061512FA}"/>
              </a:ext>
            </a:extLst>
          </p:cNvPr>
          <p:cNvSpPr>
            <a:spLocks xmlns:a="http://schemas.openxmlformats.org/drawingml/2006/main" noGrp="1"/>
          </p:cNvSpPr>
          <p:nvPr>
            <p:ph type="dt" idx="10"/>
          </p:nvPr>
        </p:nvSpPr>
        <p:spPr>
          <a:xfrm xmlns:a="http://schemas.openxmlformats.org/drawingml/2006/main">
            <a:off x="457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59" name="Google Shape;59;p9">
            <a:extLst xmlns:a="http://schemas.openxmlformats.org/drawingml/2006/main">
              <a:ext uri="{FF2B5EF4-FFF2-40B4-BE49-F238E27FC236}">
                <a16:creationId xmlns:a16="http://schemas.microsoft.com/office/drawing/2014/main" id="{EAE280C4-94E5-4BFD-BDB0-88D0C1C9F1E8}"/>
              </a:ext>
            </a:extLst>
          </p:cNvPr>
          <p:cNvSpPr>
            <a:spLocks xmlns:a="http://schemas.openxmlformats.org/drawingml/2006/main" noGrp="1"/>
          </p:cNvSpPr>
          <p:nvPr>
            <p:ph type="ftr" idx="11"/>
          </p:nvPr>
        </p:nvSpPr>
        <p:spPr>
          <a:xfrm xmlns:a="http://schemas.openxmlformats.org/drawingml/2006/main">
            <a:off x="3124200" y="6356350"/>
            <a:ext cx="2895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60" name="Google Shape;60;p9">
            <a:extLst xmlns:a="http://schemas.openxmlformats.org/drawingml/2006/main">
              <a:ext uri="{FF2B5EF4-FFF2-40B4-BE49-F238E27FC236}">
                <a16:creationId xmlns:a16="http://schemas.microsoft.com/office/drawing/2014/main" id="{73E9B84A-D175-4F68-94D5-3FAC36C4E68D}"/>
              </a:ext>
            </a:extLst>
          </p:cNvPr>
          <p:cNvSpPr>
            <a:spLocks xmlns:a="http://schemas.openxmlformats.org/drawingml/2006/main" noGrp="1"/>
          </p:cNvSpPr>
          <p:nvPr>
            <p:ph type="sldNum" idx="12"/>
          </p:nvPr>
        </p:nvSpPr>
        <p:spPr>
          <a:xfrm xmlns:a="http://schemas.openxmlformats.org/drawingml/2006/main">
            <a:off x="6553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9.xml><?xml version="1.0" encoding="utf-8"?>
<p:sldLayout xmlns:p="http://schemas.openxmlformats.org/presentationml/2006/main" matchingName="Picture with Caption" type="picTx">
  <p:cSld name="PICTURE_WITH_CAPTION_TEXT">
    <p:spTree>
      <p:nvGrpSpPr>
        <p:cNvPr id="1" name=""/>
        <p:cNvGrpSpPr/>
        <p:nvPr/>
      </p:nvGrpSpPr>
      <p:grpSpPr>
        <a:xfrm xmlns:a="http://schemas.openxmlformats.org/drawingml/2006/main"/>
      </p:grpSpPr>
      <p:sp>
        <p:nvSpPr>
          <p:cNvPr id="62" name="Google Shape;62;p10">
            <a:extLst xmlns:a="http://schemas.openxmlformats.org/drawingml/2006/main">
              <a:ext uri="{FF2B5EF4-FFF2-40B4-BE49-F238E27FC236}">
                <a16:creationId xmlns:a16="http://schemas.microsoft.com/office/drawing/2014/main" id="{A1682383-EFDD-42AC-B584-45F2E86160EE}"/>
              </a:ext>
            </a:extLst>
          </p:cNvPr>
          <p:cNvSpPr>
            <a:spLocks xmlns:a="http://schemas.openxmlformats.org/drawingml/2006/main" noGrp="1"/>
          </p:cNvSpPr>
          <p:nvPr>
            <p:ph type="title" idx="0"/>
          </p:nvPr>
        </p:nvSpPr>
        <p:spPr>
          <a:xfrm xmlns:a="http://schemas.openxmlformats.org/drawingml/2006/main">
            <a:off x="1792288" y="4800600"/>
            <a:ext cx="5486400" cy="56673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rmAutofit/>
          </a:bodyPr>
          <a:lstStyle xmlns:a="http://schemas.openxmlformats.org/drawingml/2006/main">
            <a:lvl1pPr algn="l">
              <a:spcBef>
                <a:spcPts val="0"/>
              </a:spcBef>
              <a:spcAft>
                <a:spcPts val="0"/>
              </a:spcAft>
              <a:buClr>
                <a:schemeClr val="dk1"/>
              </a:buClr>
              <a:buSzPts val="2000"/>
              <a:buFont typeface="Inter Tight"/>
              <a:buNone/>
              <a:defRPr sz="2000" b="1"/>
            </a:lvl1pPr>
            <a:lvl2pPr>
              <a:spcBef>
                <a:spcPts val="0"/>
              </a:spcBef>
              <a:spcAft>
                <a:spcPts val="0"/>
              </a:spcAft>
              <a:buSzPts val="1400"/>
              <a:buNone/>
              <a:defRPr/>
            </a:lvl2pPr>
            <a:lvl3pPr>
              <a:spcBef>
                <a:spcPts val="0"/>
              </a:spcBef>
              <a:spcAft>
                <a:spcPts val="0"/>
              </a:spcAft>
              <a:buSzPts val="1400"/>
              <a:buNone/>
              <a:defRPr/>
            </a:lvl3pPr>
            <a:lvl4pPr>
              <a:spcBef>
                <a:spcPts val="0"/>
              </a:spcBef>
              <a:spcAft>
                <a:spcPts val="0"/>
              </a:spcAft>
              <a:buSzPts val="1400"/>
              <a:buNone/>
              <a:defRPr/>
            </a:lvl4pPr>
            <a:lvl5pPr>
              <a:spcBef>
                <a:spcPts val="0"/>
              </a:spcBef>
              <a:spcAft>
                <a:spcPts val="0"/>
              </a:spcAft>
              <a:buSzPts val="1400"/>
              <a:buNone/>
              <a:defRPr/>
            </a:lvl5pPr>
            <a:lvl6pPr>
              <a:spcBef>
                <a:spcPts val="0"/>
              </a:spcBef>
              <a:spcAft>
                <a:spcPts val="0"/>
              </a:spcAft>
              <a:buSzPts val="1400"/>
              <a:buNone/>
              <a:defRPr/>
            </a:lvl6pPr>
            <a:lvl7pPr>
              <a:spcBef>
                <a:spcPts val="0"/>
              </a:spcBef>
              <a:spcAft>
                <a:spcPts val="0"/>
              </a:spcAft>
              <a:buSzPts val="1400"/>
              <a:buNone/>
              <a:defRPr/>
            </a:lvl7pPr>
            <a:lvl8pPr>
              <a:spcBef>
                <a:spcPts val="0"/>
              </a:spcBef>
              <a:spcAft>
                <a:spcPts val="0"/>
              </a:spcAft>
              <a:buSzPts val="1400"/>
              <a:buNone/>
              <a:defRPr/>
            </a:lvl8pPr>
            <a:lvl9pPr>
              <a:spcBef>
                <a:spcPts val="0"/>
              </a:spcBef>
              <a:spcAft>
                <a:spcPts val="0"/>
              </a:spcAft>
              <a:buSzPts val="1400"/>
              <a:buNone/>
              <a:defRPr/>
            </a:lvl9pPr>
          </a:lstStyle>
          <a:p xmlns:a="http://schemas.openxmlformats.org/drawingml/2006/main"/>
        </p:txBody>
      </p:sp>
      <p:sp>
        <p:nvSpPr>
          <p:cNvPr id="63" name="Google Shape;63;p10">
            <a:extLst xmlns:a="http://schemas.openxmlformats.org/drawingml/2006/main">
              <a:ext uri="{FF2B5EF4-FFF2-40B4-BE49-F238E27FC236}">
                <a16:creationId xmlns:a16="http://schemas.microsoft.com/office/drawing/2014/main" id="{FD675D06-9C9C-4041-AD99-2FC4BE0BDDC2}"/>
              </a:ext>
            </a:extLst>
          </p:cNvPr>
          <p:cNvSpPr>
            <a:spLocks xmlns:a="http://schemas.openxmlformats.org/drawingml/2006/main" noGrp="1"/>
          </p:cNvSpPr>
          <p:nvPr>
            <p:ph type="pic" idx="2"/>
          </p:nvPr>
        </p:nvSpPr>
        <p:spPr>
          <a:xfrm xmlns:a="http://schemas.openxmlformats.org/drawingml/2006/main">
            <a:off x="1792288" y="612775"/>
            <a:ext cx="5486400" cy="4114800"/>
          </a:xfrm>
          <a:prstGeom xmlns:a="http://schemas.openxmlformats.org/drawingml/2006/main" prst="rect">
            <a:avLst/>
          </a:prstGeom>
          <a:noFill xmlns:a="http://schemas.openxmlformats.org/drawingml/2006/main"/>
          <a:ln xmlns:a="http://schemas.openxmlformats.org/drawingml/2006/main">
            <a:noFill/>
          </a:ln>
        </p:spPr>
      </p:sp>
      <p:sp>
        <p:nvSpPr>
          <p:cNvPr id="64" name="Google Shape;64;p10">
            <a:extLst xmlns:a="http://schemas.openxmlformats.org/drawingml/2006/main">
              <a:ext uri="{FF2B5EF4-FFF2-40B4-BE49-F238E27FC236}">
                <a16:creationId xmlns:a16="http://schemas.microsoft.com/office/drawing/2014/main" id="{198868C8-F80C-4F2A-B32E-82770F701F0C}"/>
              </a:ext>
            </a:extLst>
          </p:cNvPr>
          <p:cNvSpPr>
            <a:spLocks xmlns:a="http://schemas.openxmlformats.org/drawingml/2006/main" noGrp="1"/>
          </p:cNvSpPr>
          <p:nvPr>
            <p:ph type="body" idx="1"/>
          </p:nvPr>
        </p:nvSpPr>
        <p:spPr>
          <a:xfrm xmlns:a="http://schemas.openxmlformats.org/drawingml/2006/main">
            <a:off x="1792288" y="5367338"/>
            <a:ext cx="5486400" cy="80486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228600" algn="l">
              <a:spcBef>
                <a:spcPts val="280"/>
              </a:spcBef>
              <a:spcAft>
                <a:spcPts val="0"/>
              </a:spcAft>
              <a:buClr>
                <a:schemeClr val="dk1"/>
              </a:buClr>
              <a:buSzPts val="1400"/>
              <a:buNone/>
              <a:defRPr sz="1400"/>
            </a:lvl1pPr>
            <a:lvl2pPr marL="914400" indent="-228600" algn="l">
              <a:spcBef>
                <a:spcPts val="240"/>
              </a:spcBef>
              <a:spcAft>
                <a:spcPts val="0"/>
              </a:spcAft>
              <a:buClr>
                <a:schemeClr val="dk1"/>
              </a:buClr>
              <a:buSzPts val="1200"/>
              <a:buNone/>
              <a:defRPr sz="1200"/>
            </a:lvl2pPr>
            <a:lvl3pPr marL="1371600" indent="-228600" algn="l">
              <a:spcBef>
                <a:spcPts val="200"/>
              </a:spcBef>
              <a:spcAft>
                <a:spcPts val="0"/>
              </a:spcAft>
              <a:buClr>
                <a:schemeClr val="dk1"/>
              </a:buClr>
              <a:buSzPts val="1000"/>
              <a:buNone/>
              <a:defRPr sz="1000"/>
            </a:lvl3pPr>
            <a:lvl4pPr marL="1828800" indent="-228600" algn="l">
              <a:spcBef>
                <a:spcPts val="180"/>
              </a:spcBef>
              <a:spcAft>
                <a:spcPts val="0"/>
              </a:spcAft>
              <a:buClr>
                <a:schemeClr val="dk1"/>
              </a:buClr>
              <a:buSzPts val="900"/>
              <a:buNone/>
              <a:defRPr sz="900"/>
            </a:lvl4pPr>
            <a:lvl5pPr marL="2286000" indent="-228600" algn="l">
              <a:spcBef>
                <a:spcPts val="180"/>
              </a:spcBef>
              <a:spcAft>
                <a:spcPts val="0"/>
              </a:spcAft>
              <a:buClr>
                <a:schemeClr val="dk1"/>
              </a:buClr>
              <a:buSzPts val="900"/>
              <a:buNone/>
              <a:defRPr sz="900"/>
            </a:lvl5pPr>
            <a:lvl6pPr marL="2743200" indent="-228600" algn="l">
              <a:spcBef>
                <a:spcPts val="180"/>
              </a:spcBef>
              <a:spcAft>
                <a:spcPts val="0"/>
              </a:spcAft>
              <a:buClr>
                <a:schemeClr val="dk1"/>
              </a:buClr>
              <a:buSzPts val="900"/>
              <a:buNone/>
              <a:defRPr sz="900"/>
            </a:lvl6pPr>
            <a:lvl7pPr marL="3200400" indent="-228600" algn="l">
              <a:spcBef>
                <a:spcPts val="180"/>
              </a:spcBef>
              <a:spcAft>
                <a:spcPts val="0"/>
              </a:spcAft>
              <a:buClr>
                <a:schemeClr val="dk1"/>
              </a:buClr>
              <a:buSzPts val="900"/>
              <a:buNone/>
              <a:defRPr sz="900"/>
            </a:lvl7pPr>
            <a:lvl8pPr marL="3657600" indent="-228600" algn="l">
              <a:spcBef>
                <a:spcPts val="180"/>
              </a:spcBef>
              <a:spcAft>
                <a:spcPts val="0"/>
              </a:spcAft>
              <a:buClr>
                <a:schemeClr val="dk1"/>
              </a:buClr>
              <a:buSzPts val="900"/>
              <a:buNone/>
              <a:defRPr sz="900"/>
            </a:lvl8pPr>
            <a:lvl9pPr marL="4114800" indent="-228600" algn="l">
              <a:spcBef>
                <a:spcPts val="180"/>
              </a:spcBef>
              <a:spcAft>
                <a:spcPts val="0"/>
              </a:spcAft>
              <a:buClr>
                <a:schemeClr val="dk1"/>
              </a:buClr>
              <a:buSzPts val="900"/>
              <a:buNone/>
              <a:defRPr sz="900"/>
            </a:lvl9pPr>
          </a:lstStyle>
          <a:p xmlns:a="http://schemas.openxmlformats.org/drawingml/2006/main"/>
        </p:txBody>
      </p:sp>
      <p:sp>
        <p:nvSpPr>
          <p:cNvPr id="65" name="Google Shape;65;p10">
            <a:extLst xmlns:a="http://schemas.openxmlformats.org/drawingml/2006/main">
              <a:ext uri="{FF2B5EF4-FFF2-40B4-BE49-F238E27FC236}">
                <a16:creationId xmlns:a16="http://schemas.microsoft.com/office/drawing/2014/main" id="{B972EE1A-E05E-4DE8-AFCF-2980530B625D}"/>
              </a:ext>
            </a:extLst>
          </p:cNvPr>
          <p:cNvSpPr>
            <a:spLocks xmlns:a="http://schemas.openxmlformats.org/drawingml/2006/main" noGrp="1"/>
          </p:cNvSpPr>
          <p:nvPr>
            <p:ph type="dt" idx="10"/>
          </p:nvPr>
        </p:nvSpPr>
        <p:spPr>
          <a:xfrm xmlns:a="http://schemas.openxmlformats.org/drawingml/2006/main">
            <a:off x="457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66" name="Google Shape;66;p10">
            <a:extLst xmlns:a="http://schemas.openxmlformats.org/drawingml/2006/main">
              <a:ext uri="{FF2B5EF4-FFF2-40B4-BE49-F238E27FC236}">
                <a16:creationId xmlns:a16="http://schemas.microsoft.com/office/drawing/2014/main" id="{7339ADDE-C324-40AA-9524-F587EDCE5096}"/>
              </a:ext>
            </a:extLst>
          </p:cNvPr>
          <p:cNvSpPr>
            <a:spLocks xmlns:a="http://schemas.openxmlformats.org/drawingml/2006/main" noGrp="1"/>
          </p:cNvSpPr>
          <p:nvPr>
            <p:ph type="ftr" idx="11"/>
          </p:nvPr>
        </p:nvSpPr>
        <p:spPr>
          <a:xfrm xmlns:a="http://schemas.openxmlformats.org/drawingml/2006/main">
            <a:off x="3124200" y="6356350"/>
            <a:ext cx="2895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67" name="Google Shape;67;p10">
            <a:extLst xmlns:a="http://schemas.openxmlformats.org/drawingml/2006/main">
              <a:ext uri="{FF2B5EF4-FFF2-40B4-BE49-F238E27FC236}">
                <a16:creationId xmlns:a16="http://schemas.microsoft.com/office/drawing/2014/main" id="{DAF0CD51-6964-4FEE-BBA6-9915C34D9945}"/>
              </a:ext>
            </a:extLst>
          </p:cNvPr>
          <p:cNvSpPr>
            <a:spLocks xmlns:a="http://schemas.openxmlformats.org/drawingml/2006/main" noGrp="1"/>
          </p:cNvSpPr>
          <p:nvPr>
            <p:ph type="sldNum" idx="12"/>
          </p:nvPr>
        </p:nvSpPr>
        <p:spPr>
          <a:xfrm xmlns:a="http://schemas.openxmlformats.org/drawingml/2006/main">
            <a:off x="6553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0.xml><?xml version="1.0" encoding="utf-8"?>
<p:sldLayout xmlns:p="http://schemas.openxmlformats.org/presentationml/2006/main" matchingName="Title and Vertical Text" type="vertTx">
  <p:cSld name="VERTICAL_TEXT">
    <p:spTree>
      <p:nvGrpSpPr>
        <p:cNvPr id="1" name=""/>
        <p:cNvGrpSpPr/>
        <p:nvPr/>
      </p:nvGrpSpPr>
      <p:grpSpPr>
        <a:xfrm xmlns:a="http://schemas.openxmlformats.org/drawingml/2006/main"/>
      </p:grpSpPr>
      <p:sp>
        <p:nvSpPr>
          <p:cNvPr id="69" name="Google Shape;69;p11">
            <a:extLst xmlns:a="http://schemas.openxmlformats.org/drawingml/2006/main">
              <a:ext uri="{FF2B5EF4-FFF2-40B4-BE49-F238E27FC236}">
                <a16:creationId xmlns:a16="http://schemas.microsoft.com/office/drawing/2014/main" id="{A79B19EE-6CEC-41D7-B43E-D80C857993E1}"/>
              </a:ext>
            </a:extLst>
          </p:cNvPr>
          <p:cNvSpPr>
            <a:spLocks xmlns:a="http://schemas.openxmlformats.org/drawingml/2006/main" noGrp="1"/>
          </p:cNvSpPr>
          <p:nvPr>
            <p:ph type="title" idx="0"/>
          </p:nvPr>
        </p:nvSpPr>
        <p:spPr>
          <a:xfrm xmlns:a="http://schemas.openxmlformats.org/drawingml/2006/main">
            <a:off x="457200" y="274638"/>
            <a:ext cx="8229600" cy="114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ctr">
              <a:spcBef>
                <a:spcPts val="0"/>
              </a:spcBef>
              <a:spcAft>
                <a:spcPts val="0"/>
              </a:spcAft>
              <a:buClr>
                <a:schemeClr val="dk1"/>
              </a:buClr>
              <a:buSzPts val="1800"/>
              <a:buNone/>
              <a:defRPr/>
            </a:lvl1pPr>
            <a:lvl2pPr>
              <a:spcBef>
                <a:spcPts val="0"/>
              </a:spcBef>
              <a:spcAft>
                <a:spcPts val="0"/>
              </a:spcAft>
              <a:buSzPts val="1400"/>
              <a:buNone/>
              <a:defRPr/>
            </a:lvl2pPr>
            <a:lvl3pPr>
              <a:spcBef>
                <a:spcPts val="0"/>
              </a:spcBef>
              <a:spcAft>
                <a:spcPts val="0"/>
              </a:spcAft>
              <a:buSzPts val="1400"/>
              <a:buNone/>
              <a:defRPr/>
            </a:lvl3pPr>
            <a:lvl4pPr>
              <a:spcBef>
                <a:spcPts val="0"/>
              </a:spcBef>
              <a:spcAft>
                <a:spcPts val="0"/>
              </a:spcAft>
              <a:buSzPts val="1400"/>
              <a:buNone/>
              <a:defRPr/>
            </a:lvl4pPr>
            <a:lvl5pPr>
              <a:spcBef>
                <a:spcPts val="0"/>
              </a:spcBef>
              <a:spcAft>
                <a:spcPts val="0"/>
              </a:spcAft>
              <a:buSzPts val="1400"/>
              <a:buNone/>
              <a:defRPr/>
            </a:lvl5pPr>
            <a:lvl6pPr>
              <a:spcBef>
                <a:spcPts val="0"/>
              </a:spcBef>
              <a:spcAft>
                <a:spcPts val="0"/>
              </a:spcAft>
              <a:buSzPts val="1400"/>
              <a:buNone/>
              <a:defRPr/>
            </a:lvl6pPr>
            <a:lvl7pPr>
              <a:spcBef>
                <a:spcPts val="0"/>
              </a:spcBef>
              <a:spcAft>
                <a:spcPts val="0"/>
              </a:spcAft>
              <a:buSzPts val="1400"/>
              <a:buNone/>
              <a:defRPr/>
            </a:lvl7pPr>
            <a:lvl8pPr>
              <a:spcBef>
                <a:spcPts val="0"/>
              </a:spcBef>
              <a:spcAft>
                <a:spcPts val="0"/>
              </a:spcAft>
              <a:buSzPts val="1400"/>
              <a:buNone/>
              <a:defRPr/>
            </a:lvl8pPr>
            <a:lvl9pPr>
              <a:spcBef>
                <a:spcPts val="0"/>
              </a:spcBef>
              <a:spcAft>
                <a:spcPts val="0"/>
              </a:spcAft>
              <a:buSzPts val="1400"/>
              <a:buNone/>
              <a:defRPr/>
            </a:lvl9pPr>
          </a:lstStyle>
          <a:p xmlns:a="http://schemas.openxmlformats.org/drawingml/2006/main"/>
        </p:txBody>
      </p:sp>
      <p:sp>
        <p:nvSpPr>
          <p:cNvPr id="70" name="Google Shape;70;p11">
            <a:extLst xmlns:a="http://schemas.openxmlformats.org/drawingml/2006/main">
              <a:ext uri="{FF2B5EF4-FFF2-40B4-BE49-F238E27FC236}">
                <a16:creationId xmlns:a16="http://schemas.microsoft.com/office/drawing/2014/main" id="{513CCD56-7CC2-47A3-8187-E9CB1E42FF1A}"/>
              </a:ext>
            </a:extLst>
          </p:cNvPr>
          <p:cNvSpPr>
            <a:spLocks xmlns:a="http://schemas.openxmlformats.org/drawingml/2006/main" noGrp="1"/>
          </p:cNvSpPr>
          <p:nvPr>
            <p:ph type="body" idx="1"/>
          </p:nvPr>
        </p:nvSpPr>
        <p:spPr>
          <a:xfrm xmlns:a="http://schemas.openxmlformats.org/drawingml/2006/main" rot="5400000">
            <a:off x="2309019" y="-251618"/>
            <a:ext cx="4525963" cy="8229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2900" algn="l">
              <a:spcBef>
                <a:spcPts val="360"/>
              </a:spcBef>
              <a:spcAft>
                <a:spcPts val="0"/>
              </a:spcAft>
              <a:buClr>
                <a:schemeClr val="dk1"/>
              </a:buClr>
              <a:buSzPts val="1800"/>
              <a:buChar char="•"/>
              <a:defRPr/>
            </a:lvl1pPr>
            <a:lvl2pPr marL="914400" indent="-342900" algn="l">
              <a:spcBef>
                <a:spcPts val="360"/>
              </a:spcBef>
              <a:spcAft>
                <a:spcPts val="0"/>
              </a:spcAft>
              <a:buClr>
                <a:schemeClr val="dk1"/>
              </a:buClr>
              <a:buSzPts val="1800"/>
              <a:buChar char="–"/>
              <a:defRPr/>
            </a:lvl2pPr>
            <a:lvl3pPr marL="1371600" indent="-342900" algn="l">
              <a:spcBef>
                <a:spcPts val="360"/>
              </a:spcBef>
              <a:spcAft>
                <a:spcPts val="0"/>
              </a:spcAft>
              <a:buClr>
                <a:schemeClr val="dk1"/>
              </a:buClr>
              <a:buSzPts val="1800"/>
              <a:buChar char="•"/>
              <a:defRPr/>
            </a:lvl3pPr>
            <a:lvl4pPr marL="1828800" indent="-342900" algn="l">
              <a:spcBef>
                <a:spcPts val="360"/>
              </a:spcBef>
              <a:spcAft>
                <a:spcPts val="0"/>
              </a:spcAft>
              <a:buClr>
                <a:schemeClr val="dk1"/>
              </a:buClr>
              <a:buSzPts val="1800"/>
              <a:buChar char="–"/>
              <a:defRPr/>
            </a:lvl4pPr>
            <a:lvl5pPr marL="2286000" indent="-342900" algn="l">
              <a:spcBef>
                <a:spcPts val="360"/>
              </a:spcBef>
              <a:spcAft>
                <a:spcPts val="0"/>
              </a:spcAft>
              <a:buClr>
                <a:schemeClr val="dk1"/>
              </a:buClr>
              <a:buSzPts val="1800"/>
              <a:buChar char="»"/>
              <a:defRPr/>
            </a:lvl5pPr>
            <a:lvl6pPr marL="2743200" indent="-342900" algn="l">
              <a:spcBef>
                <a:spcPts val="360"/>
              </a:spcBef>
              <a:spcAft>
                <a:spcPts val="0"/>
              </a:spcAft>
              <a:buClr>
                <a:schemeClr val="dk1"/>
              </a:buClr>
              <a:buSzPts val="1800"/>
              <a:buChar char="•"/>
              <a:defRPr/>
            </a:lvl6pPr>
            <a:lvl7pPr marL="3200400" indent="-342900" algn="l">
              <a:spcBef>
                <a:spcPts val="360"/>
              </a:spcBef>
              <a:spcAft>
                <a:spcPts val="0"/>
              </a:spcAft>
              <a:buClr>
                <a:schemeClr val="dk1"/>
              </a:buClr>
              <a:buSzPts val="1800"/>
              <a:buChar char="•"/>
              <a:defRPr/>
            </a:lvl7pPr>
            <a:lvl8pPr marL="3657600" indent="-342900" algn="l">
              <a:spcBef>
                <a:spcPts val="360"/>
              </a:spcBef>
              <a:spcAft>
                <a:spcPts val="0"/>
              </a:spcAft>
              <a:buClr>
                <a:schemeClr val="dk1"/>
              </a:buClr>
              <a:buSzPts val="1800"/>
              <a:buChar char="•"/>
              <a:defRPr/>
            </a:lvl8pPr>
            <a:lvl9pPr marL="4114800" indent="-342900" algn="l">
              <a:spcBef>
                <a:spcPts val="360"/>
              </a:spcBef>
              <a:spcAft>
                <a:spcPts val="0"/>
              </a:spcAft>
              <a:buClr>
                <a:schemeClr val="dk1"/>
              </a:buClr>
              <a:buSzPts val="1800"/>
              <a:buChar char="•"/>
              <a:defRPr/>
            </a:lvl9pPr>
          </a:lstStyle>
          <a:p xmlns:a="http://schemas.openxmlformats.org/drawingml/2006/main"/>
        </p:txBody>
      </p:sp>
      <p:sp>
        <p:nvSpPr>
          <p:cNvPr id="71" name="Google Shape;71;p11">
            <a:extLst xmlns:a="http://schemas.openxmlformats.org/drawingml/2006/main">
              <a:ext uri="{FF2B5EF4-FFF2-40B4-BE49-F238E27FC236}">
                <a16:creationId xmlns:a16="http://schemas.microsoft.com/office/drawing/2014/main" id="{A55F2A13-9511-445F-B744-469C8299CFC8}"/>
              </a:ext>
            </a:extLst>
          </p:cNvPr>
          <p:cNvSpPr>
            <a:spLocks xmlns:a="http://schemas.openxmlformats.org/drawingml/2006/main" noGrp="1"/>
          </p:cNvSpPr>
          <p:nvPr>
            <p:ph type="dt" idx="10"/>
          </p:nvPr>
        </p:nvSpPr>
        <p:spPr>
          <a:xfrm xmlns:a="http://schemas.openxmlformats.org/drawingml/2006/main">
            <a:off x="457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72" name="Google Shape;72;p11">
            <a:extLst xmlns:a="http://schemas.openxmlformats.org/drawingml/2006/main">
              <a:ext uri="{FF2B5EF4-FFF2-40B4-BE49-F238E27FC236}">
                <a16:creationId xmlns:a16="http://schemas.microsoft.com/office/drawing/2014/main" id="{77489200-9E52-47F1-BA27-19F13DFD2695}"/>
              </a:ext>
            </a:extLst>
          </p:cNvPr>
          <p:cNvSpPr>
            <a:spLocks xmlns:a="http://schemas.openxmlformats.org/drawingml/2006/main" noGrp="1"/>
          </p:cNvSpPr>
          <p:nvPr>
            <p:ph type="ftr" idx="11"/>
          </p:nvPr>
        </p:nvSpPr>
        <p:spPr>
          <a:xfrm xmlns:a="http://schemas.openxmlformats.org/drawingml/2006/main">
            <a:off x="3124200" y="6356350"/>
            <a:ext cx="2895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73" name="Google Shape;73;p11">
            <a:extLst xmlns:a="http://schemas.openxmlformats.org/drawingml/2006/main">
              <a:ext uri="{FF2B5EF4-FFF2-40B4-BE49-F238E27FC236}">
                <a16:creationId xmlns:a16="http://schemas.microsoft.com/office/drawing/2014/main" id="{AAD0B73C-603F-44FD-A18A-EC190509C803}"/>
              </a:ext>
            </a:extLst>
          </p:cNvPr>
          <p:cNvSpPr>
            <a:spLocks xmlns:a="http://schemas.openxmlformats.org/drawingml/2006/main" noGrp="1"/>
          </p:cNvSpPr>
          <p:nvPr>
            <p:ph type="sldNum" idx="12"/>
          </p:nvPr>
        </p:nvSpPr>
        <p:spPr>
          <a:xfrm xmlns:a="http://schemas.openxmlformats.org/drawingml/2006/main">
            <a:off x="6553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1.xml><?xml version="1.0" encoding="utf-8"?>
<p:sldLayout xmlns:p="http://schemas.openxmlformats.org/presentationml/2006/main" matchingName="Vertical Title and Text" type="vertTitleAndTx">
  <p:cSld name="VERTICAL_TITLE_AND_VERTICAL_TEXT">
    <p:spTree>
      <p:nvGrpSpPr>
        <p:cNvPr id="1" name=""/>
        <p:cNvGrpSpPr/>
        <p:nvPr/>
      </p:nvGrpSpPr>
      <p:grpSpPr>
        <a:xfrm xmlns:a="http://schemas.openxmlformats.org/drawingml/2006/main"/>
      </p:grpSpPr>
      <p:sp>
        <p:nvSpPr>
          <p:cNvPr id="75" name="Google Shape;75;p12">
            <a:extLst xmlns:a="http://schemas.openxmlformats.org/drawingml/2006/main">
              <a:ext uri="{FF2B5EF4-FFF2-40B4-BE49-F238E27FC236}">
                <a16:creationId xmlns:a16="http://schemas.microsoft.com/office/drawing/2014/main" id="{A36C35BF-28B4-47BB-9708-C5B366CE1A73}"/>
              </a:ext>
            </a:extLst>
          </p:cNvPr>
          <p:cNvSpPr>
            <a:spLocks xmlns:a="http://schemas.openxmlformats.org/drawingml/2006/main" noGrp="1"/>
          </p:cNvSpPr>
          <p:nvPr>
            <p:ph type="title" idx="0"/>
          </p:nvPr>
        </p:nvSpPr>
        <p:spPr>
          <a:xfrm xmlns:a="http://schemas.openxmlformats.org/drawingml/2006/main" rot="5400000">
            <a:off x="4732338" y="2171701"/>
            <a:ext cx="5851525" cy="2057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ctr">
              <a:spcBef>
                <a:spcPts val="0"/>
              </a:spcBef>
              <a:spcAft>
                <a:spcPts val="0"/>
              </a:spcAft>
              <a:buClr>
                <a:schemeClr val="dk1"/>
              </a:buClr>
              <a:buSzPts val="1800"/>
              <a:buNone/>
              <a:defRPr/>
            </a:lvl1pPr>
            <a:lvl2pPr>
              <a:spcBef>
                <a:spcPts val="0"/>
              </a:spcBef>
              <a:spcAft>
                <a:spcPts val="0"/>
              </a:spcAft>
              <a:buSzPts val="1400"/>
              <a:buNone/>
              <a:defRPr/>
            </a:lvl2pPr>
            <a:lvl3pPr>
              <a:spcBef>
                <a:spcPts val="0"/>
              </a:spcBef>
              <a:spcAft>
                <a:spcPts val="0"/>
              </a:spcAft>
              <a:buSzPts val="1400"/>
              <a:buNone/>
              <a:defRPr/>
            </a:lvl3pPr>
            <a:lvl4pPr>
              <a:spcBef>
                <a:spcPts val="0"/>
              </a:spcBef>
              <a:spcAft>
                <a:spcPts val="0"/>
              </a:spcAft>
              <a:buSzPts val="1400"/>
              <a:buNone/>
              <a:defRPr/>
            </a:lvl4pPr>
            <a:lvl5pPr>
              <a:spcBef>
                <a:spcPts val="0"/>
              </a:spcBef>
              <a:spcAft>
                <a:spcPts val="0"/>
              </a:spcAft>
              <a:buSzPts val="1400"/>
              <a:buNone/>
              <a:defRPr/>
            </a:lvl5pPr>
            <a:lvl6pPr>
              <a:spcBef>
                <a:spcPts val="0"/>
              </a:spcBef>
              <a:spcAft>
                <a:spcPts val="0"/>
              </a:spcAft>
              <a:buSzPts val="1400"/>
              <a:buNone/>
              <a:defRPr/>
            </a:lvl6pPr>
            <a:lvl7pPr>
              <a:spcBef>
                <a:spcPts val="0"/>
              </a:spcBef>
              <a:spcAft>
                <a:spcPts val="0"/>
              </a:spcAft>
              <a:buSzPts val="1400"/>
              <a:buNone/>
              <a:defRPr/>
            </a:lvl7pPr>
            <a:lvl8pPr>
              <a:spcBef>
                <a:spcPts val="0"/>
              </a:spcBef>
              <a:spcAft>
                <a:spcPts val="0"/>
              </a:spcAft>
              <a:buSzPts val="1400"/>
              <a:buNone/>
              <a:defRPr/>
            </a:lvl8pPr>
            <a:lvl9pPr>
              <a:spcBef>
                <a:spcPts val="0"/>
              </a:spcBef>
              <a:spcAft>
                <a:spcPts val="0"/>
              </a:spcAft>
              <a:buSzPts val="1400"/>
              <a:buNone/>
              <a:defRPr/>
            </a:lvl9pPr>
          </a:lstStyle>
          <a:p xmlns:a="http://schemas.openxmlformats.org/drawingml/2006/main"/>
        </p:txBody>
      </p:sp>
      <p:sp>
        <p:nvSpPr>
          <p:cNvPr id="76" name="Google Shape;76;p12">
            <a:extLst xmlns:a="http://schemas.openxmlformats.org/drawingml/2006/main">
              <a:ext uri="{FF2B5EF4-FFF2-40B4-BE49-F238E27FC236}">
                <a16:creationId xmlns:a16="http://schemas.microsoft.com/office/drawing/2014/main" id="{BBFBA8B1-DE99-4F9B-9124-CDE1F850D874}"/>
              </a:ext>
            </a:extLst>
          </p:cNvPr>
          <p:cNvSpPr>
            <a:spLocks xmlns:a="http://schemas.openxmlformats.org/drawingml/2006/main" noGrp="1"/>
          </p:cNvSpPr>
          <p:nvPr>
            <p:ph type="body" idx="1"/>
          </p:nvPr>
        </p:nvSpPr>
        <p:spPr>
          <a:xfrm xmlns:a="http://schemas.openxmlformats.org/drawingml/2006/main" rot="5400000">
            <a:off x="541338" y="190500"/>
            <a:ext cx="5851525" cy="6019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2900" algn="l">
              <a:spcBef>
                <a:spcPts val="360"/>
              </a:spcBef>
              <a:spcAft>
                <a:spcPts val="0"/>
              </a:spcAft>
              <a:buClr>
                <a:schemeClr val="dk1"/>
              </a:buClr>
              <a:buSzPts val="1800"/>
              <a:buChar char="•"/>
              <a:defRPr/>
            </a:lvl1pPr>
            <a:lvl2pPr marL="914400" indent="-342900" algn="l">
              <a:spcBef>
                <a:spcPts val="360"/>
              </a:spcBef>
              <a:spcAft>
                <a:spcPts val="0"/>
              </a:spcAft>
              <a:buClr>
                <a:schemeClr val="dk1"/>
              </a:buClr>
              <a:buSzPts val="1800"/>
              <a:buChar char="–"/>
              <a:defRPr/>
            </a:lvl2pPr>
            <a:lvl3pPr marL="1371600" indent="-342900" algn="l">
              <a:spcBef>
                <a:spcPts val="360"/>
              </a:spcBef>
              <a:spcAft>
                <a:spcPts val="0"/>
              </a:spcAft>
              <a:buClr>
                <a:schemeClr val="dk1"/>
              </a:buClr>
              <a:buSzPts val="1800"/>
              <a:buChar char="•"/>
              <a:defRPr/>
            </a:lvl3pPr>
            <a:lvl4pPr marL="1828800" indent="-342900" algn="l">
              <a:spcBef>
                <a:spcPts val="360"/>
              </a:spcBef>
              <a:spcAft>
                <a:spcPts val="0"/>
              </a:spcAft>
              <a:buClr>
                <a:schemeClr val="dk1"/>
              </a:buClr>
              <a:buSzPts val="1800"/>
              <a:buChar char="–"/>
              <a:defRPr/>
            </a:lvl4pPr>
            <a:lvl5pPr marL="2286000" indent="-342900" algn="l">
              <a:spcBef>
                <a:spcPts val="360"/>
              </a:spcBef>
              <a:spcAft>
                <a:spcPts val="0"/>
              </a:spcAft>
              <a:buClr>
                <a:schemeClr val="dk1"/>
              </a:buClr>
              <a:buSzPts val="1800"/>
              <a:buChar char="»"/>
              <a:defRPr/>
            </a:lvl5pPr>
            <a:lvl6pPr marL="2743200" indent="-342900" algn="l">
              <a:spcBef>
                <a:spcPts val="360"/>
              </a:spcBef>
              <a:spcAft>
                <a:spcPts val="0"/>
              </a:spcAft>
              <a:buClr>
                <a:schemeClr val="dk1"/>
              </a:buClr>
              <a:buSzPts val="1800"/>
              <a:buChar char="•"/>
              <a:defRPr/>
            </a:lvl6pPr>
            <a:lvl7pPr marL="3200400" indent="-342900" algn="l">
              <a:spcBef>
                <a:spcPts val="360"/>
              </a:spcBef>
              <a:spcAft>
                <a:spcPts val="0"/>
              </a:spcAft>
              <a:buClr>
                <a:schemeClr val="dk1"/>
              </a:buClr>
              <a:buSzPts val="1800"/>
              <a:buChar char="•"/>
              <a:defRPr/>
            </a:lvl7pPr>
            <a:lvl8pPr marL="3657600" indent="-342900" algn="l">
              <a:spcBef>
                <a:spcPts val="360"/>
              </a:spcBef>
              <a:spcAft>
                <a:spcPts val="0"/>
              </a:spcAft>
              <a:buClr>
                <a:schemeClr val="dk1"/>
              </a:buClr>
              <a:buSzPts val="1800"/>
              <a:buChar char="•"/>
              <a:defRPr/>
            </a:lvl8pPr>
            <a:lvl9pPr marL="4114800" indent="-342900" algn="l">
              <a:spcBef>
                <a:spcPts val="360"/>
              </a:spcBef>
              <a:spcAft>
                <a:spcPts val="0"/>
              </a:spcAft>
              <a:buClr>
                <a:schemeClr val="dk1"/>
              </a:buClr>
              <a:buSzPts val="1800"/>
              <a:buChar char="•"/>
              <a:defRPr/>
            </a:lvl9pPr>
          </a:lstStyle>
          <a:p xmlns:a="http://schemas.openxmlformats.org/drawingml/2006/main"/>
        </p:txBody>
      </p:sp>
      <p:sp>
        <p:nvSpPr>
          <p:cNvPr id="77" name="Google Shape;77;p12">
            <a:extLst xmlns:a="http://schemas.openxmlformats.org/drawingml/2006/main">
              <a:ext uri="{FF2B5EF4-FFF2-40B4-BE49-F238E27FC236}">
                <a16:creationId xmlns:a16="http://schemas.microsoft.com/office/drawing/2014/main" id="{DF9A5E9D-8292-4D57-97B0-619C1FB76F77}"/>
              </a:ext>
            </a:extLst>
          </p:cNvPr>
          <p:cNvSpPr>
            <a:spLocks xmlns:a="http://schemas.openxmlformats.org/drawingml/2006/main" noGrp="1"/>
          </p:cNvSpPr>
          <p:nvPr>
            <p:ph type="dt" idx="10"/>
          </p:nvPr>
        </p:nvSpPr>
        <p:spPr>
          <a:xfrm xmlns:a="http://schemas.openxmlformats.org/drawingml/2006/main">
            <a:off x="457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78" name="Google Shape;78;p12">
            <a:extLst xmlns:a="http://schemas.openxmlformats.org/drawingml/2006/main">
              <a:ext uri="{FF2B5EF4-FFF2-40B4-BE49-F238E27FC236}">
                <a16:creationId xmlns:a16="http://schemas.microsoft.com/office/drawing/2014/main" id="{9E34A214-067F-4BB4-B92B-D2E27733E2E8}"/>
              </a:ext>
            </a:extLst>
          </p:cNvPr>
          <p:cNvSpPr>
            <a:spLocks xmlns:a="http://schemas.openxmlformats.org/drawingml/2006/main" noGrp="1"/>
          </p:cNvSpPr>
          <p:nvPr>
            <p:ph type="ftr" idx="11"/>
          </p:nvPr>
        </p:nvSpPr>
        <p:spPr>
          <a:xfrm xmlns:a="http://schemas.openxmlformats.org/drawingml/2006/main">
            <a:off x="3124200" y="6356350"/>
            <a:ext cx="2895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79" name="Google Shape;79;p12">
            <a:extLst xmlns:a="http://schemas.openxmlformats.org/drawingml/2006/main">
              <a:ext uri="{FF2B5EF4-FFF2-40B4-BE49-F238E27FC236}">
                <a16:creationId xmlns:a16="http://schemas.microsoft.com/office/drawing/2014/main" id="{6046D1C2-31BB-48D2-BA1C-2B95DDED3168}"/>
              </a:ext>
            </a:extLst>
          </p:cNvPr>
          <p:cNvSpPr>
            <a:spLocks xmlns:a="http://schemas.openxmlformats.org/drawingml/2006/main" noGrp="1"/>
          </p:cNvSpPr>
          <p:nvPr>
            <p:ph type="sldNum" idx="12"/>
          </p:nvPr>
        </p:nvSpPr>
        <p:spPr>
          <a:xfrm xmlns:a="http://schemas.openxmlformats.org/drawingml/2006/main">
            <a:off x="6553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1f0c1db391b48ad" /><Relationship Type="http://schemas.openxmlformats.org/officeDocument/2006/relationships/slideLayout" Target="/ppt/slideLayouts/slideLayout1.xml" Id="R14457f974c534e32" /><Relationship Type="http://schemas.openxmlformats.org/officeDocument/2006/relationships/slideLayout" Target="/ppt/slideLayouts/slideLayout2.xml" Id="R7448079410a74471" /><Relationship Type="http://schemas.openxmlformats.org/officeDocument/2006/relationships/slideLayout" Target="/ppt/slideLayouts/slideLayout3.xml" Id="Rddff46dd0a524522" /><Relationship Type="http://schemas.openxmlformats.org/officeDocument/2006/relationships/slideLayout" Target="/ppt/slideLayouts/slideLayout4.xml" Id="Rafe1e3b034c8457f" /><Relationship Type="http://schemas.openxmlformats.org/officeDocument/2006/relationships/slideLayout" Target="/ppt/slideLayouts/slideLayout5.xml" Id="R92e28296491b4439" /><Relationship Type="http://schemas.openxmlformats.org/officeDocument/2006/relationships/slideLayout" Target="/ppt/slideLayouts/slideLayout6.xml" Id="Rbe628d27845744a1" /><Relationship Type="http://schemas.openxmlformats.org/officeDocument/2006/relationships/slideLayout" Target="/ppt/slideLayouts/slideLayout7.xml" Id="R5ce0fa41b1d04421" /><Relationship Type="http://schemas.openxmlformats.org/officeDocument/2006/relationships/slideLayout" Target="/ppt/slideLayouts/slideLayout8.xml" Id="R81245c7258024768" /><Relationship Type="http://schemas.openxmlformats.org/officeDocument/2006/relationships/slideLayout" Target="/ppt/slideLayouts/slideLayout9.xml" Id="R40dc4ee4df824176" /><Relationship Type="http://schemas.openxmlformats.org/officeDocument/2006/relationships/slideLayout" Target="/ppt/slideLayouts/slideLayout10.xml" Id="Rc4e1047639cc433f" /><Relationship Type="http://schemas.openxmlformats.org/officeDocument/2006/relationships/slideLayout" Target="/ppt/slideLayouts/slideLayout11.xml" Id="R835ca2b0aaa442e6" /></Relationships>
</file>

<file path=ppt/slideMasters/slideMaster1.xml><?xml version="1.0" encoding="utf-8"?>
<p:sldMaster xmlns:p="http://schemas.openxmlformats.org/presentationml/2006/main">
  <p:cSld>
    <p:bg>
      <p:bgPr>
        <a:solidFill xmlns:a="http://schemas.openxmlformats.org/drawingml/2006/main">
          <a:schemeClr val="lt1"/>
        </a:solidFill>
      </p:bgPr>
    </p:bg>
    <p:spTree>
      <p:nvGrpSpPr>
        <p:cNvPr id="1" name=""/>
        <p:cNvGrpSpPr/>
        <p:nvPr/>
      </p:nvGrpSpPr>
      <p:grpSpPr>
        <a:xfrm xmlns:a="http://schemas.openxmlformats.org/drawingml/2006/main"/>
      </p:grpSpPr>
      <p:sp>
        <p:nvSpPr>
          <p:cNvPr id="6" name="Google Shape;6;p1">
            <a:extLst xmlns:a="http://schemas.openxmlformats.org/drawingml/2006/main">
              <a:ext uri="{FF2B5EF4-FFF2-40B4-BE49-F238E27FC236}">
                <a16:creationId xmlns:a16="http://schemas.microsoft.com/office/drawing/2014/main" id="{2FBB3DF2-75FD-4031-AF95-1F4D6AA7AB5E}"/>
              </a:ext>
            </a:extLst>
          </p:cNvPr>
          <p:cNvSpPr>
            <a:spLocks xmlns:a="http://schemas.openxmlformats.org/drawingml/2006/main" noGrp="1"/>
          </p:cNvSpPr>
          <p:nvPr>
            <p:ph type="title" idx="0"/>
          </p:nvPr>
        </p:nvSpPr>
        <p:spPr>
          <a:xfrm xmlns:a="http://schemas.openxmlformats.org/drawingml/2006/main">
            <a:off x="457200" y="274638"/>
            <a:ext cx="8229600" cy="114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marR="0" algn="ctr">
              <a:spcBef>
                <a:spcPts val="0"/>
              </a:spcBef>
              <a:spcAft>
                <a:spcPts val="0"/>
              </a:spcAft>
              <a:buClr>
                <a:schemeClr val="dk1"/>
              </a:buClr>
              <a:buSzPts val="4400"/>
              <a:buFont typeface="Inter Tight"/>
              <a:buNone/>
              <a:defRPr sz="4400" b="0" i="0" u="none" strike="noStrike" cap="none">
                <a:solidFill>
                  <a:schemeClr val="dk1"/>
                </a:solidFill>
                <a:latin typeface="Inter Tight"/>
                <a:ea typeface="Inter Tight"/>
                <a:cs typeface="Inter Tight"/>
              </a:defRPr>
            </a:lvl1pPr>
            <a:lvl2pPr>
              <a:spcBef>
                <a:spcPts val="0"/>
              </a:spcBef>
              <a:spcAft>
                <a:spcPts val="0"/>
              </a:spcAft>
              <a:buSzPts val="1400"/>
              <a:buNone/>
              <a:defRPr sz="1800"/>
            </a:lvl2pPr>
            <a:lvl3pPr>
              <a:spcBef>
                <a:spcPts val="0"/>
              </a:spcBef>
              <a:spcAft>
                <a:spcPts val="0"/>
              </a:spcAft>
              <a:buSzPts val="1400"/>
              <a:buNone/>
              <a:defRPr sz="1800"/>
            </a:lvl3pPr>
            <a:lvl4pPr>
              <a:spcBef>
                <a:spcPts val="0"/>
              </a:spcBef>
              <a:spcAft>
                <a:spcPts val="0"/>
              </a:spcAft>
              <a:buSzPts val="1400"/>
              <a:buNone/>
              <a:defRPr sz="1800"/>
            </a:lvl4pPr>
            <a:lvl5pPr>
              <a:spcBef>
                <a:spcPts val="0"/>
              </a:spcBef>
              <a:spcAft>
                <a:spcPts val="0"/>
              </a:spcAft>
              <a:buSzPts val="1400"/>
              <a:buNone/>
              <a:defRPr sz="1800"/>
            </a:lvl5pPr>
            <a:lvl6pPr>
              <a:spcBef>
                <a:spcPts val="0"/>
              </a:spcBef>
              <a:spcAft>
                <a:spcPts val="0"/>
              </a:spcAft>
              <a:buSzPts val="1400"/>
              <a:buNone/>
              <a:defRPr sz="1800"/>
            </a:lvl6pPr>
            <a:lvl7pPr>
              <a:spcBef>
                <a:spcPts val="0"/>
              </a:spcBef>
              <a:spcAft>
                <a:spcPts val="0"/>
              </a:spcAft>
              <a:buSzPts val="1400"/>
              <a:buNone/>
              <a:defRPr sz="1800"/>
            </a:lvl7pPr>
            <a:lvl8pPr>
              <a:spcBef>
                <a:spcPts val="0"/>
              </a:spcBef>
              <a:spcAft>
                <a:spcPts val="0"/>
              </a:spcAft>
              <a:buSzPts val="1400"/>
              <a:buNone/>
              <a:defRPr sz="1800"/>
            </a:lvl8pPr>
            <a:lvl9pPr>
              <a:spcBef>
                <a:spcPts val="0"/>
              </a:spcBef>
              <a:spcAft>
                <a:spcPts val="0"/>
              </a:spcAft>
              <a:buSzPts val="1400"/>
              <a:buNone/>
              <a:defRPr sz="1800"/>
            </a:lvl9pPr>
          </a:lstStyle>
          <a:p xmlns:a="http://schemas.openxmlformats.org/drawingml/2006/main"/>
        </p:txBody>
      </p:sp>
      <p:sp>
        <p:nvSpPr>
          <p:cNvPr id="7" name="Google Shape;7;p1">
            <a:extLst xmlns:a="http://schemas.openxmlformats.org/drawingml/2006/main">
              <a:ext uri="{FF2B5EF4-FFF2-40B4-BE49-F238E27FC236}">
                <a16:creationId xmlns:a16="http://schemas.microsoft.com/office/drawing/2014/main" id="{4A6C1532-AE6C-4B7E-87DD-0F15FC102F1F}"/>
              </a:ext>
            </a:extLst>
          </p:cNvPr>
          <p:cNvSpPr>
            <a:spLocks xmlns:a="http://schemas.openxmlformats.org/drawingml/2006/main" noGrp="1"/>
          </p:cNvSpPr>
          <p:nvPr>
            <p:ph type="body" idx="1"/>
          </p:nvPr>
        </p:nvSpPr>
        <p:spPr>
          <a:xfrm xmlns:a="http://schemas.openxmlformats.org/drawingml/2006/main">
            <a:off x="457200" y="1600200"/>
            <a:ext cx="8229600" cy="452596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marR="0" indent="-431800" algn="l">
              <a:spcBef>
                <a:spcPts val="640"/>
              </a:spcBef>
              <a:spcAft>
                <a:spcPts val="0"/>
              </a:spcAft>
              <a:buClr>
                <a:schemeClr val="dk1"/>
              </a:buClr>
              <a:buSzPts val="3200"/>
              <a:buFont typeface="Arial"/>
              <a:buChar char="•"/>
              <a:defRPr sz="3200" b="0" i="0" u="none" strike="noStrike" cap="none">
                <a:solidFill>
                  <a:schemeClr val="dk1"/>
                </a:solidFill>
                <a:latin typeface="Instrument Sans"/>
                <a:ea typeface="Instrument Sans"/>
                <a:cs typeface="Instrument Sans"/>
              </a:defRPr>
            </a:lvl1pPr>
            <a:lvl2pPr marL="914400" marR="0" indent="-406400" algn="l">
              <a:spcBef>
                <a:spcPts val="560"/>
              </a:spcBef>
              <a:spcAft>
                <a:spcPts val="0"/>
              </a:spcAft>
              <a:buClr>
                <a:schemeClr val="dk1"/>
              </a:buClr>
              <a:buSzPts val="2800"/>
              <a:buFont typeface="Arial"/>
              <a:buChar char="–"/>
              <a:defRPr sz="2800" b="0" i="0" u="none" strike="noStrike" cap="none">
                <a:solidFill>
                  <a:schemeClr val="dk1"/>
                </a:solidFill>
                <a:latin typeface="Instrument Sans"/>
                <a:ea typeface="Instrument Sans"/>
                <a:cs typeface="Instrument Sans"/>
              </a:defRPr>
            </a:lvl2pPr>
            <a:lvl3pPr marL="1371600" marR="0" indent="-381000" algn="l">
              <a:spcBef>
                <a:spcPts val="480"/>
              </a:spcBef>
              <a:spcAft>
                <a:spcPts val="0"/>
              </a:spcAft>
              <a:buClr>
                <a:schemeClr val="dk1"/>
              </a:buClr>
              <a:buSzPts val="2400"/>
              <a:buFont typeface="Arial"/>
              <a:buChar char="•"/>
              <a:defRPr sz="2400" b="0" i="0" u="none" strike="noStrike" cap="none">
                <a:solidFill>
                  <a:schemeClr val="dk1"/>
                </a:solidFill>
                <a:latin typeface="Instrument Sans"/>
                <a:ea typeface="Instrument Sans"/>
                <a:cs typeface="Instrument Sans"/>
              </a:defRPr>
            </a:lvl3pPr>
            <a:lvl4pPr marL="1828800" marR="0" indent="-355600" algn="l">
              <a:spcBef>
                <a:spcPts val="400"/>
              </a:spcBef>
              <a:spcAft>
                <a:spcPts val="0"/>
              </a:spcAft>
              <a:buClr>
                <a:schemeClr val="dk1"/>
              </a:buClr>
              <a:buSzPts val="2000"/>
              <a:buFont typeface="Arial"/>
              <a:buChar char="–"/>
              <a:defRPr sz="2000" b="0" i="0" u="none" strike="noStrike" cap="none">
                <a:solidFill>
                  <a:schemeClr val="dk1"/>
                </a:solidFill>
                <a:latin typeface="Instrument Sans"/>
                <a:ea typeface="Instrument Sans"/>
                <a:cs typeface="Instrument Sans"/>
              </a:defRPr>
            </a:lvl4pPr>
            <a:lvl5pPr marL="2286000" marR="0" indent="-355600" algn="l">
              <a:spcBef>
                <a:spcPts val="400"/>
              </a:spcBef>
              <a:spcAft>
                <a:spcPts val="0"/>
              </a:spcAft>
              <a:buClr>
                <a:schemeClr val="dk1"/>
              </a:buClr>
              <a:buSzPts val="2000"/>
              <a:buFont typeface="Arial"/>
              <a:buChar char="»"/>
              <a:defRPr sz="2000" b="0" i="0" u="none" strike="noStrike" cap="none">
                <a:solidFill>
                  <a:schemeClr val="dk1"/>
                </a:solidFill>
                <a:latin typeface="Instrument Sans"/>
                <a:ea typeface="Instrument Sans"/>
                <a:cs typeface="Instrument Sans"/>
              </a:defRPr>
            </a:lvl5pPr>
            <a:lvl6pPr marL="2743200" marR="0" indent="-355600" algn="l">
              <a:spcBef>
                <a:spcPts val="400"/>
              </a:spcBef>
              <a:spcAft>
                <a:spcPts val="0"/>
              </a:spcAft>
              <a:buClr>
                <a:schemeClr val="dk1"/>
              </a:buClr>
              <a:buSzPts val="2000"/>
              <a:buFont typeface="Arial"/>
              <a:buChar char="•"/>
              <a:defRPr sz="2000" b="0" i="0" u="none" strike="noStrike" cap="none">
                <a:solidFill>
                  <a:schemeClr val="dk1"/>
                </a:solidFill>
                <a:latin typeface="Instrument Sans"/>
                <a:ea typeface="Instrument Sans"/>
                <a:cs typeface="Instrument Sans"/>
              </a:defRPr>
            </a:lvl6pPr>
            <a:lvl7pPr marL="3200400" marR="0" indent="-355600" algn="l">
              <a:spcBef>
                <a:spcPts val="400"/>
              </a:spcBef>
              <a:spcAft>
                <a:spcPts val="0"/>
              </a:spcAft>
              <a:buClr>
                <a:schemeClr val="dk1"/>
              </a:buClr>
              <a:buSzPts val="2000"/>
              <a:buFont typeface="Arial"/>
              <a:buChar char="•"/>
              <a:defRPr sz="2000" b="0" i="0" u="none" strike="noStrike" cap="none">
                <a:solidFill>
                  <a:schemeClr val="dk1"/>
                </a:solidFill>
                <a:latin typeface="Instrument Sans"/>
                <a:ea typeface="Instrument Sans"/>
                <a:cs typeface="Instrument Sans"/>
              </a:defRPr>
            </a:lvl7pPr>
            <a:lvl8pPr marL="3657600" marR="0" indent="-355600" algn="l">
              <a:spcBef>
                <a:spcPts val="400"/>
              </a:spcBef>
              <a:spcAft>
                <a:spcPts val="0"/>
              </a:spcAft>
              <a:buClr>
                <a:schemeClr val="dk1"/>
              </a:buClr>
              <a:buSzPts val="2000"/>
              <a:buFont typeface="Arial"/>
              <a:buChar char="•"/>
              <a:defRPr sz="2000" b="0" i="0" u="none" strike="noStrike" cap="none">
                <a:solidFill>
                  <a:schemeClr val="dk1"/>
                </a:solidFill>
                <a:latin typeface="Instrument Sans"/>
                <a:ea typeface="Instrument Sans"/>
                <a:cs typeface="Instrument Sans"/>
              </a:defRPr>
            </a:lvl8pPr>
            <a:lvl9pPr marL="4114800" marR="0" indent="-355600" algn="l">
              <a:spcBef>
                <a:spcPts val="400"/>
              </a:spcBef>
              <a:spcAft>
                <a:spcPts val="0"/>
              </a:spcAft>
              <a:buClr>
                <a:schemeClr val="dk1"/>
              </a:buClr>
              <a:buSzPts val="2000"/>
              <a:buFont typeface="Arial"/>
              <a:buChar char="•"/>
              <a:defRPr sz="2000" b="0" i="0" u="none" strike="noStrike" cap="none">
                <a:solidFill>
                  <a:schemeClr val="dk1"/>
                </a:solidFill>
                <a:latin typeface="Instrument Sans"/>
                <a:ea typeface="Instrument Sans"/>
                <a:cs typeface="Instrument Sans"/>
              </a:defRPr>
            </a:lvl9pPr>
          </a:lstStyle>
          <a:p xmlns:a="http://schemas.openxmlformats.org/drawingml/2006/main"/>
        </p:txBody>
      </p:sp>
      <p:sp>
        <p:nvSpPr>
          <p:cNvPr id="8" name="Google Shape;8;p1">
            <a:extLst xmlns:a="http://schemas.openxmlformats.org/drawingml/2006/main">
              <a:ext uri="{FF2B5EF4-FFF2-40B4-BE49-F238E27FC236}">
                <a16:creationId xmlns:a16="http://schemas.microsoft.com/office/drawing/2014/main" id="{E7D1D4FF-49C5-4F6E-877D-F1893AAF164B}"/>
              </a:ext>
            </a:extLst>
          </p:cNvPr>
          <p:cNvSpPr>
            <a:spLocks xmlns:a="http://schemas.openxmlformats.org/drawingml/2006/main" noGrp="1"/>
          </p:cNvSpPr>
          <p:nvPr>
            <p:ph type="dt" idx="10"/>
          </p:nvPr>
        </p:nvSpPr>
        <p:spPr>
          <a:xfrm xmlns:a="http://schemas.openxmlformats.org/drawingml/2006/main">
            <a:off x="457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R="0" algn="l">
              <a:spcBef>
                <a:spcPts val="0"/>
              </a:spcBef>
              <a:spcAft>
                <a:spcPts val="0"/>
              </a:spcAft>
              <a:buSzPts val="1400"/>
              <a:buNone/>
              <a:defRPr sz="1200" b="0" i="0" u="none" strike="noStrike" cap="none">
                <a:solidFill>
                  <a:srgbClr val="888888"/>
                </a:solidFill>
                <a:latin typeface="Instrument Sans"/>
                <a:ea typeface="Instrument Sans"/>
                <a:cs typeface="Instrument Sans"/>
              </a:defRPr>
            </a:lvl1pPr>
            <a:lvl2pPr marR="0" algn="l">
              <a:spcBef>
                <a:spcPts val="0"/>
              </a:spcBef>
              <a:spcAft>
                <a:spcPts val="0"/>
              </a:spcAft>
              <a:buSzPts val="1400"/>
              <a:buNone/>
              <a:defRPr sz="1800" b="0" i="0" u="none" strike="noStrike" cap="none">
                <a:solidFill>
                  <a:schemeClr val="dk1"/>
                </a:solidFill>
                <a:latin typeface="Instrument Sans"/>
                <a:ea typeface="Instrument Sans"/>
                <a:cs typeface="Instrument Sans"/>
              </a:defRPr>
            </a:lvl2pPr>
            <a:lvl3pPr marR="0" algn="l">
              <a:spcBef>
                <a:spcPts val="0"/>
              </a:spcBef>
              <a:spcAft>
                <a:spcPts val="0"/>
              </a:spcAft>
              <a:buSzPts val="1400"/>
              <a:buNone/>
              <a:defRPr sz="1800" b="0" i="0" u="none" strike="noStrike" cap="none">
                <a:solidFill>
                  <a:schemeClr val="dk1"/>
                </a:solidFill>
                <a:latin typeface="Instrument Sans"/>
                <a:ea typeface="Instrument Sans"/>
                <a:cs typeface="Instrument Sans"/>
              </a:defRPr>
            </a:lvl3pPr>
            <a:lvl4pPr marR="0" algn="l">
              <a:spcBef>
                <a:spcPts val="0"/>
              </a:spcBef>
              <a:spcAft>
                <a:spcPts val="0"/>
              </a:spcAft>
              <a:buSzPts val="1400"/>
              <a:buNone/>
              <a:defRPr sz="1800" b="0" i="0" u="none" strike="noStrike" cap="none">
                <a:solidFill>
                  <a:schemeClr val="dk1"/>
                </a:solidFill>
                <a:latin typeface="Instrument Sans"/>
                <a:ea typeface="Instrument Sans"/>
                <a:cs typeface="Instrument Sans"/>
              </a:defRPr>
            </a:lvl4pPr>
            <a:lvl5pPr marR="0" algn="l">
              <a:spcBef>
                <a:spcPts val="0"/>
              </a:spcBef>
              <a:spcAft>
                <a:spcPts val="0"/>
              </a:spcAft>
              <a:buSzPts val="1400"/>
              <a:buNone/>
              <a:defRPr sz="1800" b="0" i="0" u="none" strike="noStrike" cap="none">
                <a:solidFill>
                  <a:schemeClr val="dk1"/>
                </a:solidFill>
                <a:latin typeface="Instrument Sans"/>
                <a:ea typeface="Instrument Sans"/>
                <a:cs typeface="Instrument Sans"/>
              </a:defRPr>
            </a:lvl5pPr>
            <a:lvl6pPr marR="0" algn="l">
              <a:spcBef>
                <a:spcPts val="0"/>
              </a:spcBef>
              <a:spcAft>
                <a:spcPts val="0"/>
              </a:spcAft>
              <a:buSzPts val="1400"/>
              <a:buNone/>
              <a:defRPr sz="1800" b="0" i="0" u="none" strike="noStrike" cap="none">
                <a:solidFill>
                  <a:schemeClr val="dk1"/>
                </a:solidFill>
                <a:latin typeface="Instrument Sans"/>
                <a:ea typeface="Instrument Sans"/>
                <a:cs typeface="Instrument Sans"/>
              </a:defRPr>
            </a:lvl6pPr>
            <a:lvl7pPr marR="0" algn="l">
              <a:spcBef>
                <a:spcPts val="0"/>
              </a:spcBef>
              <a:spcAft>
                <a:spcPts val="0"/>
              </a:spcAft>
              <a:buSzPts val="1400"/>
              <a:buNone/>
              <a:defRPr sz="1800" b="0" i="0" u="none" strike="noStrike" cap="none">
                <a:solidFill>
                  <a:schemeClr val="dk1"/>
                </a:solidFill>
                <a:latin typeface="Instrument Sans"/>
                <a:ea typeface="Instrument Sans"/>
                <a:cs typeface="Instrument Sans"/>
              </a:defRPr>
            </a:lvl7pPr>
            <a:lvl8pPr marR="0" algn="l">
              <a:spcBef>
                <a:spcPts val="0"/>
              </a:spcBef>
              <a:spcAft>
                <a:spcPts val="0"/>
              </a:spcAft>
              <a:buSzPts val="1400"/>
              <a:buNone/>
              <a:defRPr sz="1800" b="0" i="0" u="none" strike="noStrike" cap="none">
                <a:solidFill>
                  <a:schemeClr val="dk1"/>
                </a:solidFill>
                <a:latin typeface="Instrument Sans"/>
                <a:ea typeface="Instrument Sans"/>
                <a:cs typeface="Instrument Sans"/>
              </a:defRPr>
            </a:lvl8pPr>
            <a:lvl9pPr marR="0" algn="l">
              <a:spcBef>
                <a:spcPts val="0"/>
              </a:spcBef>
              <a:spcAft>
                <a:spcPts val="0"/>
              </a:spcAft>
              <a:buSzPts val="1400"/>
              <a:buNone/>
              <a:defRPr sz="1800" b="0" i="0" u="none" strike="noStrike" cap="none">
                <a:solidFill>
                  <a:schemeClr val="dk1"/>
                </a:solidFill>
                <a:latin typeface="Instrument Sans"/>
                <a:ea typeface="Instrument Sans"/>
                <a:cs typeface="Instrument Sans"/>
              </a:defRPr>
            </a:lvl9pPr>
          </a:lstStyle>
          <a:p xmlns:a="http://schemas.openxmlformats.org/drawingml/2006/main"/>
        </p:txBody>
      </p:sp>
      <p:sp>
        <p:nvSpPr>
          <p:cNvPr id="9" name="Google Shape;9;p1">
            <a:extLst xmlns:a="http://schemas.openxmlformats.org/drawingml/2006/main">
              <a:ext uri="{FF2B5EF4-FFF2-40B4-BE49-F238E27FC236}">
                <a16:creationId xmlns:a16="http://schemas.microsoft.com/office/drawing/2014/main" id="{9E712315-E5BA-4DFF-991E-62457AE3DE24}"/>
              </a:ext>
            </a:extLst>
          </p:cNvPr>
          <p:cNvSpPr>
            <a:spLocks xmlns:a="http://schemas.openxmlformats.org/drawingml/2006/main" noGrp="1"/>
          </p:cNvSpPr>
          <p:nvPr>
            <p:ph type="ftr" idx="11"/>
          </p:nvPr>
        </p:nvSpPr>
        <p:spPr>
          <a:xfrm xmlns:a="http://schemas.openxmlformats.org/drawingml/2006/main">
            <a:off x="3124200" y="6356350"/>
            <a:ext cx="2895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R="0" algn="ctr">
              <a:spcBef>
                <a:spcPts val="0"/>
              </a:spcBef>
              <a:spcAft>
                <a:spcPts val="0"/>
              </a:spcAft>
              <a:buSzPts val="1400"/>
              <a:buNone/>
              <a:defRPr sz="1200" b="0" i="0" u="none" strike="noStrike" cap="none">
                <a:solidFill>
                  <a:srgbClr val="888888"/>
                </a:solidFill>
                <a:latin typeface="Instrument Sans"/>
                <a:ea typeface="Instrument Sans"/>
                <a:cs typeface="Instrument Sans"/>
              </a:defRPr>
            </a:lvl1pPr>
            <a:lvl2pPr marR="0" algn="l">
              <a:spcBef>
                <a:spcPts val="0"/>
              </a:spcBef>
              <a:spcAft>
                <a:spcPts val="0"/>
              </a:spcAft>
              <a:buSzPts val="1400"/>
              <a:buNone/>
              <a:defRPr sz="1800" b="0" i="0" u="none" strike="noStrike" cap="none">
                <a:solidFill>
                  <a:schemeClr val="dk1"/>
                </a:solidFill>
                <a:latin typeface="Instrument Sans"/>
                <a:ea typeface="Instrument Sans"/>
                <a:cs typeface="Instrument Sans"/>
              </a:defRPr>
            </a:lvl2pPr>
            <a:lvl3pPr marR="0" algn="l">
              <a:spcBef>
                <a:spcPts val="0"/>
              </a:spcBef>
              <a:spcAft>
                <a:spcPts val="0"/>
              </a:spcAft>
              <a:buSzPts val="1400"/>
              <a:buNone/>
              <a:defRPr sz="1800" b="0" i="0" u="none" strike="noStrike" cap="none">
                <a:solidFill>
                  <a:schemeClr val="dk1"/>
                </a:solidFill>
                <a:latin typeface="Instrument Sans"/>
                <a:ea typeface="Instrument Sans"/>
                <a:cs typeface="Instrument Sans"/>
              </a:defRPr>
            </a:lvl3pPr>
            <a:lvl4pPr marR="0" algn="l">
              <a:spcBef>
                <a:spcPts val="0"/>
              </a:spcBef>
              <a:spcAft>
                <a:spcPts val="0"/>
              </a:spcAft>
              <a:buSzPts val="1400"/>
              <a:buNone/>
              <a:defRPr sz="1800" b="0" i="0" u="none" strike="noStrike" cap="none">
                <a:solidFill>
                  <a:schemeClr val="dk1"/>
                </a:solidFill>
                <a:latin typeface="Instrument Sans"/>
                <a:ea typeface="Instrument Sans"/>
                <a:cs typeface="Instrument Sans"/>
              </a:defRPr>
            </a:lvl4pPr>
            <a:lvl5pPr marR="0" algn="l">
              <a:spcBef>
                <a:spcPts val="0"/>
              </a:spcBef>
              <a:spcAft>
                <a:spcPts val="0"/>
              </a:spcAft>
              <a:buSzPts val="1400"/>
              <a:buNone/>
              <a:defRPr sz="1800" b="0" i="0" u="none" strike="noStrike" cap="none">
                <a:solidFill>
                  <a:schemeClr val="dk1"/>
                </a:solidFill>
                <a:latin typeface="Instrument Sans"/>
                <a:ea typeface="Instrument Sans"/>
                <a:cs typeface="Instrument Sans"/>
              </a:defRPr>
            </a:lvl5pPr>
            <a:lvl6pPr marR="0" algn="l">
              <a:spcBef>
                <a:spcPts val="0"/>
              </a:spcBef>
              <a:spcAft>
                <a:spcPts val="0"/>
              </a:spcAft>
              <a:buSzPts val="1400"/>
              <a:buNone/>
              <a:defRPr sz="1800" b="0" i="0" u="none" strike="noStrike" cap="none">
                <a:solidFill>
                  <a:schemeClr val="dk1"/>
                </a:solidFill>
                <a:latin typeface="Instrument Sans"/>
                <a:ea typeface="Instrument Sans"/>
                <a:cs typeface="Instrument Sans"/>
              </a:defRPr>
            </a:lvl6pPr>
            <a:lvl7pPr marR="0" algn="l">
              <a:spcBef>
                <a:spcPts val="0"/>
              </a:spcBef>
              <a:spcAft>
                <a:spcPts val="0"/>
              </a:spcAft>
              <a:buSzPts val="1400"/>
              <a:buNone/>
              <a:defRPr sz="1800" b="0" i="0" u="none" strike="noStrike" cap="none">
                <a:solidFill>
                  <a:schemeClr val="dk1"/>
                </a:solidFill>
                <a:latin typeface="Instrument Sans"/>
                <a:ea typeface="Instrument Sans"/>
                <a:cs typeface="Instrument Sans"/>
              </a:defRPr>
            </a:lvl7pPr>
            <a:lvl8pPr marR="0" algn="l">
              <a:spcBef>
                <a:spcPts val="0"/>
              </a:spcBef>
              <a:spcAft>
                <a:spcPts val="0"/>
              </a:spcAft>
              <a:buSzPts val="1400"/>
              <a:buNone/>
              <a:defRPr sz="1800" b="0" i="0" u="none" strike="noStrike" cap="none">
                <a:solidFill>
                  <a:schemeClr val="dk1"/>
                </a:solidFill>
                <a:latin typeface="Instrument Sans"/>
                <a:ea typeface="Instrument Sans"/>
                <a:cs typeface="Instrument Sans"/>
              </a:defRPr>
            </a:lvl8pPr>
            <a:lvl9pPr marR="0" algn="l">
              <a:spcBef>
                <a:spcPts val="0"/>
              </a:spcBef>
              <a:spcAft>
                <a:spcPts val="0"/>
              </a:spcAft>
              <a:buSzPts val="1400"/>
              <a:buNone/>
              <a:defRPr sz="1800" b="0" i="0" u="none" strike="noStrike" cap="none">
                <a:solidFill>
                  <a:schemeClr val="dk1"/>
                </a:solidFill>
                <a:latin typeface="Instrument Sans"/>
                <a:ea typeface="Instrument Sans"/>
                <a:cs typeface="Instrument Sans"/>
              </a:defRPr>
            </a:lvl9pPr>
          </a:lstStyle>
          <a:p xmlns:a="http://schemas.openxmlformats.org/drawingml/2006/main"/>
        </p:txBody>
      </p:sp>
      <p:sp>
        <p:nvSpPr>
          <p:cNvPr id="10" name="Google Shape;10;p1">
            <a:extLst xmlns:a="http://schemas.openxmlformats.org/drawingml/2006/main">
              <a:ext uri="{FF2B5EF4-FFF2-40B4-BE49-F238E27FC236}">
                <a16:creationId xmlns:a16="http://schemas.microsoft.com/office/drawing/2014/main" id="{02168D44-6A61-4C02-B43C-7E34CF3F8EB4}"/>
              </a:ext>
            </a:extLst>
          </p:cNvPr>
          <p:cNvSpPr>
            <a:spLocks xmlns:a="http://schemas.openxmlformats.org/drawingml/2006/main" noGrp="1"/>
          </p:cNvSpPr>
          <p:nvPr>
            <p:ph type="sldNum" idx="12"/>
          </p:nvPr>
        </p:nvSpPr>
        <p:spPr>
          <a:xfrm xmlns:a="http://schemas.openxmlformats.org/drawingml/2006/main">
            <a:off x="6553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spcBef>
                <a:spcPts val="0"/>
              </a:spcBef>
              <a:buNone/>
              <a:defRPr sz="1200" b="0" i="0" u="none" strike="noStrike" cap="none">
                <a:solidFill>
                  <a:srgbClr val="888888"/>
                </a:solidFill>
                <a:latin typeface="Instrument Sans"/>
                <a:ea typeface="Instrument Sans"/>
                <a:cs typeface="Instrument Sans"/>
              </a:defRPr>
            </a:lvl1pPr>
            <a:lvl2pPr marL="0" marR="0" indent="0" algn="r">
              <a:spcBef>
                <a:spcPts val="0"/>
              </a:spcBef>
              <a:buNone/>
              <a:defRPr sz="1200" b="0" i="0" u="none" strike="noStrike" cap="none">
                <a:solidFill>
                  <a:srgbClr val="888888"/>
                </a:solidFill>
                <a:latin typeface="Instrument Sans"/>
                <a:ea typeface="Instrument Sans"/>
                <a:cs typeface="Instrument Sans"/>
              </a:defRPr>
            </a:lvl2pPr>
            <a:lvl3pPr marL="0" marR="0" indent="0" algn="r">
              <a:spcBef>
                <a:spcPts val="0"/>
              </a:spcBef>
              <a:buNone/>
              <a:defRPr sz="1200" b="0" i="0" u="none" strike="noStrike" cap="none">
                <a:solidFill>
                  <a:srgbClr val="888888"/>
                </a:solidFill>
                <a:latin typeface="Instrument Sans"/>
                <a:ea typeface="Instrument Sans"/>
                <a:cs typeface="Instrument Sans"/>
              </a:defRPr>
            </a:lvl3pPr>
            <a:lvl4pPr marL="0" marR="0" indent="0" algn="r">
              <a:spcBef>
                <a:spcPts val="0"/>
              </a:spcBef>
              <a:buNone/>
              <a:defRPr sz="1200" b="0" i="0" u="none" strike="noStrike" cap="none">
                <a:solidFill>
                  <a:srgbClr val="888888"/>
                </a:solidFill>
                <a:latin typeface="Instrument Sans"/>
                <a:ea typeface="Instrument Sans"/>
                <a:cs typeface="Instrument Sans"/>
              </a:defRPr>
            </a:lvl4pPr>
            <a:lvl5pPr marL="0" marR="0" indent="0" algn="r">
              <a:spcBef>
                <a:spcPts val="0"/>
              </a:spcBef>
              <a:buNone/>
              <a:defRPr sz="1200" b="0" i="0" u="none" strike="noStrike" cap="none">
                <a:solidFill>
                  <a:srgbClr val="888888"/>
                </a:solidFill>
                <a:latin typeface="Instrument Sans"/>
                <a:ea typeface="Instrument Sans"/>
                <a:cs typeface="Instrument Sans"/>
              </a:defRPr>
            </a:lvl5pPr>
            <a:lvl6pPr marL="0" marR="0" indent="0" algn="r">
              <a:spcBef>
                <a:spcPts val="0"/>
              </a:spcBef>
              <a:buNone/>
              <a:defRPr sz="1200" b="0" i="0" u="none" strike="noStrike" cap="none">
                <a:solidFill>
                  <a:srgbClr val="888888"/>
                </a:solidFill>
                <a:latin typeface="Instrument Sans"/>
                <a:ea typeface="Instrument Sans"/>
                <a:cs typeface="Instrument Sans"/>
              </a:defRPr>
            </a:lvl6pPr>
            <a:lvl7pPr marL="0" marR="0" indent="0" algn="r">
              <a:spcBef>
                <a:spcPts val="0"/>
              </a:spcBef>
              <a:buNone/>
              <a:defRPr sz="1200" b="0" i="0" u="none" strike="noStrike" cap="none">
                <a:solidFill>
                  <a:srgbClr val="888888"/>
                </a:solidFill>
                <a:latin typeface="Instrument Sans"/>
                <a:ea typeface="Instrument Sans"/>
                <a:cs typeface="Instrument Sans"/>
              </a:defRPr>
            </a:lvl7pPr>
            <a:lvl8pPr marL="0" marR="0" indent="0" algn="r">
              <a:spcBef>
                <a:spcPts val="0"/>
              </a:spcBef>
              <a:buNone/>
              <a:defRPr sz="1200" b="0" i="0" u="none" strike="noStrike" cap="none">
                <a:solidFill>
                  <a:srgbClr val="888888"/>
                </a:solidFill>
                <a:latin typeface="Instrument Sans"/>
                <a:ea typeface="Instrument Sans"/>
                <a:cs typeface="Instrument Sans"/>
              </a:defRPr>
            </a:lvl8pPr>
            <a:lvl9pPr marL="0" marR="0" indent="0" algn="r">
              <a:spcBef>
                <a:spcPts val="0"/>
              </a:spcBef>
              <a:buNone/>
              <a:defRPr sz="1200" b="0" i="0" u="none" strike="noStrike" cap="none">
                <a:solidFill>
                  <a:srgbClr val="888888"/>
                </a:solidFill>
                <a:latin typeface="Instrument Sans"/>
                <a:ea typeface="Instrument Sans"/>
                <a:cs typeface="Instrument Sans"/>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14457f974c534e32"/>
    <p:sldLayoutId xmlns:r="http://schemas.openxmlformats.org/officeDocument/2006/relationships" id="2147483650" r:id="R7448079410a74471"/>
    <p:sldLayoutId xmlns:r="http://schemas.openxmlformats.org/officeDocument/2006/relationships" id="2147483651" r:id="Rddff46dd0a524522"/>
    <p:sldLayoutId xmlns:r="http://schemas.openxmlformats.org/officeDocument/2006/relationships" id="2147483652" r:id="Rafe1e3b034c8457f"/>
    <p:sldLayoutId xmlns:r="http://schemas.openxmlformats.org/officeDocument/2006/relationships" id="2147483653" r:id="R92e28296491b4439"/>
    <p:sldLayoutId xmlns:r="http://schemas.openxmlformats.org/officeDocument/2006/relationships" id="2147483654" r:id="Rbe628d27845744a1"/>
    <p:sldLayoutId xmlns:r="http://schemas.openxmlformats.org/officeDocument/2006/relationships" id="2147483655" r:id="R5ce0fa41b1d04421"/>
    <p:sldLayoutId xmlns:r="http://schemas.openxmlformats.org/officeDocument/2006/relationships" id="2147483656" r:id="R81245c7258024768"/>
    <p:sldLayoutId xmlns:r="http://schemas.openxmlformats.org/officeDocument/2006/relationships" id="2147483657" r:id="R40dc4ee4df824176"/>
    <p:sldLayoutId xmlns:r="http://schemas.openxmlformats.org/officeDocument/2006/relationships" id="2147483658" r:id="Rc4e1047639cc433f"/>
    <p:sldLayoutId xmlns:r="http://schemas.openxmlformats.org/officeDocument/2006/relationships" id="2147483659" r:id="R835ca2b0aaa442e6"/>
  </p:sldLayoutIdLst>
  <p:hf sldNum="0"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9aa397f566b424c" /><Relationship Type="http://schemas.openxmlformats.org/officeDocument/2006/relationships/image" Target="/ppt/media/image.png" Id="Rf31cab571c4b4722" /><Relationship Type="http://schemas.openxmlformats.org/officeDocument/2006/relationships/image" Target="/ppt/media/image2.png" Id="R486d9bacf83a40a6" /><Relationship Type="http://schemas.openxmlformats.org/officeDocument/2006/relationships/image" Target="/ppt/media/image3.png" Id="R08a0561dc43c47ad" /><Relationship Type="http://schemas.openxmlformats.org/officeDocument/2006/relationships/notesSlide" Target="/ppt/notesSlides/notesSlide1.xml" Id="Rb7d3845a9856408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d0b5b9f9e3fd46a6" /><Relationship Type="http://schemas.openxmlformats.org/officeDocument/2006/relationships/image" Target="/ppt/media/image4.png" Id="R5e3e4cb934244c8e" /><Relationship Type="http://schemas.openxmlformats.org/officeDocument/2006/relationships/notesSlide" Target="/ppt/notesSlides/notesSlide2.xml" Id="R1df09e08b07042e2"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b73c3d49b2884b04" /><Relationship Type="http://schemas.openxmlformats.org/officeDocument/2006/relationships/image" Target="/ppt/media/image4.png" Id="R6bbf252e57534d7a" /><Relationship Type="http://schemas.openxmlformats.org/officeDocument/2006/relationships/notesSlide" Target="/ppt/notesSlides/notesSlide3.xml" Id="Rbdecfa72e5cc4fbc"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26b24583720142d5" /><Relationship Type="http://schemas.openxmlformats.org/officeDocument/2006/relationships/image" Target="/ppt/media/image4.png" Id="R58f12c700fc145d1" /><Relationship Type="http://schemas.openxmlformats.org/officeDocument/2006/relationships/notesSlide" Target="/ppt/notesSlides/notesSlide4.xml" Id="Rc5103cb31e86463f"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a2ac0ffeda5a468e" /><Relationship Type="http://schemas.openxmlformats.org/officeDocument/2006/relationships/image" Target="/ppt/media/image4.png" Id="R4a74c011f1aa4f06" /><Relationship Type="http://schemas.openxmlformats.org/officeDocument/2006/relationships/notesSlide" Target="/ppt/notesSlides/notesSlide5.xml" Id="R2f82196dd2794567"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4d951611e769405b" /><Relationship Type="http://schemas.openxmlformats.org/officeDocument/2006/relationships/image" Target="/ppt/media/image4.png" Id="Re33183e2224f4899" /><Relationship Type="http://schemas.openxmlformats.org/officeDocument/2006/relationships/notesSlide" Target="/ppt/notesSlides/notesSlide6.xml" Id="R7644ad0b2a9f4546" /></Relationships>
</file>

<file path=ppt/slides/slide1.xml><?xml version="1.0" encoding="utf-8"?>
<p:sld xmlns:p="http://schemas.openxmlformats.org/presentationml/2006/main">
  <p:cSld>
    <p:bg>
      <p:bgPr>
        <a:solidFill xmlns:a="http://schemas.openxmlformats.org/drawingml/2006/main">
          <a:srgbClr val="0F0F0F"/>
        </a:solidFill>
      </p:bgPr>
    </p:bg>
    <p:spTree>
      <p:nvGrpSpPr>
        <p:cNvPr id="1" name=""/>
        <p:cNvGrpSpPr/>
        <p:nvPr/>
      </p:nvGrpSpPr>
      <p:grpSpPr>
        <a:xfrm xmlns:a="http://schemas.openxmlformats.org/drawingml/2006/main"/>
      </p:grpSpPr>
      <p:sp>
        <p:nvSpPr>
          <p:cNvPr id="84" name="Google Shape;84;p13">
            <a:extLst xmlns:a="http://schemas.openxmlformats.org/drawingml/2006/main">
              <a:ext uri="{FF2B5EF4-FFF2-40B4-BE49-F238E27FC236}">
                <a16:creationId xmlns:a16="http://schemas.microsoft.com/office/drawing/2014/main" id="{BA0C68AD-BA6A-4564-A9AE-67754B5BF92C}"/>
              </a:ext>
            </a:extLst>
          </p:cNvPr>
          <p:cNvSpPr>
            <a:spLocks xmlns:a="http://schemas.openxmlformats.org/drawingml/2006/main" noGrp="1"/>
          </p:cNvSpPr>
          <p:nvPr/>
        </p:nvSpPr>
        <p:spPr>
          <a:xfrm xmlns:a="http://schemas.openxmlformats.org/drawingml/2006/main">
            <a:off x="914400" y="777240"/>
            <a:ext cx="8229600" cy="320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l">
              <a:spcBef>
                <a:spcPts val="0"/>
              </a:spcBef>
              <a:spcAft>
                <a:spcPts val="0"/>
              </a:spcAft>
              <a:buNone/>
            </a:pPr>
            <a:r>
              <a:rPr sz="1400" b="1" i="0" u="none" strike="noStrike" cap="none">
                <a:solidFill>
                  <a:srgbClr val="FFFFFF"/>
                </a:solidFill>
                <a:latin typeface="JetBrains Mono"/>
                <a:ea typeface="JetBrains Mono"/>
                <a:cs typeface="JetBrains Mono"/>
              </a:rPr>
              <a:t>HACKMERIDIAN 2026 · LISBON</a:t>
            </a:r>
            <a:endParaRPr/>
          </a:p>
        </p:txBody>
      </p:sp>
      <p:sp>
        <p:nvSpPr>
          <p:cNvPr id="85" name="Google Shape;85;p13">
            <a:extLst xmlns:a="http://schemas.openxmlformats.org/drawingml/2006/main">
              <a:ext uri="{FF2B5EF4-FFF2-40B4-BE49-F238E27FC236}">
                <a16:creationId xmlns:a16="http://schemas.microsoft.com/office/drawing/2014/main" id="{FE2B9670-030C-4846-8D0F-0E93521E8EED}"/>
              </a:ext>
            </a:extLst>
          </p:cNvPr>
          <p:cNvSpPr>
            <a:spLocks xmlns:a="http://schemas.openxmlformats.org/drawingml/2006/main" noGrp="1"/>
          </p:cNvSpPr>
          <p:nvPr/>
        </p:nvSpPr>
        <p:spPr>
          <a:xfrm xmlns:a="http://schemas.openxmlformats.org/drawingml/2006/main">
            <a:off x="10058400" y="777240"/>
            <a:ext cx="7315200" cy="213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r">
              <a:spcBef>
                <a:spcPts val="0"/>
              </a:spcBef>
              <a:spcAft>
                <a:spcPts val="0"/>
              </a:spcAft>
              <a:buNone/>
            </a:pPr>
            <a:r>
              <a:rPr sz="1400" b="1" i="0" u="none" strike="noStrike" cap="none">
                <a:solidFill>
                  <a:srgbClr val="FDDA24"/>
                </a:solidFill>
                <a:latin typeface="JetBrains Mono"/>
                <a:ea typeface="JetBrains Mono"/>
                <a:cs typeface="JetBrains Mono"/>
              </a:rPr>
              <a:t>PLATFORM 01 / 06</a:t>
            </a:r>
            <a:endParaRPr/>
          </a:p>
        </p:txBody>
      </p:sp>
      <p:sp>
        <p:nvSpPr>
          <p:cNvPr id="86" name="Google Shape;86;p13">
            <a:extLst xmlns:a="http://schemas.openxmlformats.org/drawingml/2006/main">
              <a:ext uri="{FF2B5EF4-FFF2-40B4-BE49-F238E27FC236}">
                <a16:creationId xmlns:a16="http://schemas.microsoft.com/office/drawing/2014/main" id="{7BD023C7-EAB8-4CCA-B4B6-32F1B00FEB5C}"/>
              </a:ext>
            </a:extLst>
          </p:cNvPr>
          <p:cNvSpPr>
            <a:spLocks xmlns:a="http://schemas.openxmlformats.org/drawingml/2006/main" noGrp="1"/>
          </p:cNvSpPr>
          <p:nvPr/>
        </p:nvSpPr>
        <p:spPr>
          <a:xfrm xmlns:a="http://schemas.openxmlformats.org/drawingml/2006/main">
            <a:off x="914400" y="1600200"/>
            <a:ext cx="4000500" cy="475488"/>
          </a:xfrm>
          <a:prstGeom xmlns:a="http://schemas.openxmlformats.org/drawingml/2006/main" prst="roundRect">
            <a:avLst>
              <a:gd name="adj" fmla="val 50000"/>
            </a:avLst>
          </a:prstGeom>
          <a:noFill xmlns:a="http://schemas.openxmlformats.org/drawingml/2006/main"/>
          <a:ln xmlns:a="http://schemas.openxmlformats.org/drawingml/2006/main" w="19050" cap="flat" cmpd="sng">
            <a:solidFill>
              <a:srgbClr val="FDDA24"/>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None/>
            </a:pPr>
            <a:r>
              <a:rPr sz="1200" b="1" i="0" u="none" strike="noStrike" cap="none">
                <a:solidFill>
                  <a:srgbClr val="FDDA24"/>
                </a:solidFill>
                <a:latin typeface="JetBrains Mono"/>
                <a:ea typeface="JetBrains Mono"/>
                <a:cs typeface="JetBrains Mono"/>
              </a:rPr>
              <a:t>GENESIS / STELLAR UNLOCKED</a:t>
            </a:r>
            <a:endParaRPr/>
          </a:p>
        </p:txBody>
      </p:sp>
      <p:sp>
        <p:nvSpPr>
          <p:cNvPr id="87" name="Google Shape;87;p13">
            <a:extLst xmlns:a="http://schemas.openxmlformats.org/drawingml/2006/main">
              <a:ext uri="{FF2B5EF4-FFF2-40B4-BE49-F238E27FC236}">
                <a16:creationId xmlns:a16="http://schemas.microsoft.com/office/drawing/2014/main" id="{0DC0EDCE-22B6-45EC-879F-0469A9C01675}"/>
              </a:ext>
            </a:extLst>
          </p:cNvPr>
          <p:cNvSpPr>
            <a:spLocks xmlns:a="http://schemas.openxmlformats.org/drawingml/2006/main" noGrp="1"/>
          </p:cNvSpPr>
          <p:nvPr/>
        </p:nvSpPr>
        <p:spPr>
          <a:xfrm xmlns:a="http://schemas.openxmlformats.org/drawingml/2006/main">
            <a:off x="914400" y="2514600"/>
            <a:ext cx="10972800" cy="351129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l">
              <a:lnSpc>
                <a:spcPct val="90000"/>
              </a:lnSpc>
              <a:spcBef>
                <a:spcPts val="0"/>
              </a:spcBef>
              <a:spcAft>
                <a:spcPts val="0"/>
              </a:spcAft>
              <a:buNone/>
            </a:pPr>
            <a:r>
              <a:rPr sz="12800" b="1" i="0" u="none" strike="noStrike" cap="none">
                <a:solidFill>
                  <a:srgbClr val="FDDA24"/>
                </a:solidFill>
                <a:latin typeface="Inter Tight"/>
                <a:ea typeface="Inter Tight"/>
                <a:cs typeface="Inter Tight"/>
              </a:rPr>
              <a:t>DEAL</a:t>
            </a:r>
            <a:endParaRPr/>
          </a:p>
          <a:p xmlns:a="http://schemas.openxmlformats.org/drawingml/2006/main">
            <a:pPr marL="0" marR="0" lvl="0" indent="0" algn="l">
              <a:lnSpc>
                <a:spcPct val="90000"/>
              </a:lnSpc>
              <a:spcBef>
                <a:spcPts val="0"/>
              </a:spcBef>
              <a:spcAft>
                <a:spcPts val="0"/>
              </a:spcAft>
              <a:buNone/>
            </a:pPr>
            <a:r>
              <a:rPr sz="12800" b="1" i="0" u="none" strike="noStrike" cap="none">
                <a:solidFill>
                  <a:srgbClr val="FDDA24"/>
                </a:solidFill>
                <a:latin typeface="Inter Tight"/>
                <a:ea typeface="Inter Tight"/>
                <a:cs typeface="Inter Tight"/>
              </a:rPr>
              <a:t>PASSPORT</a:t>
            </a:r>
            <a:endParaRPr/>
          </a:p>
        </p:txBody>
      </p:sp>
      <p:sp>
        <p:nvSpPr>
          <p:cNvPr id="88" name="Google Shape;88;p13">
            <a:extLst xmlns:a="http://schemas.openxmlformats.org/drawingml/2006/main">
              <a:ext uri="{FF2B5EF4-FFF2-40B4-BE49-F238E27FC236}">
                <a16:creationId xmlns:a16="http://schemas.microsoft.com/office/drawing/2014/main" id="{D230AFE3-2D23-45DA-84BC-0E9A6DD6A67D}"/>
              </a:ext>
            </a:extLst>
          </p:cNvPr>
          <p:cNvSpPr>
            <a:spLocks xmlns:a="http://schemas.openxmlformats.org/drawingml/2006/main" noGrp="1"/>
          </p:cNvSpPr>
          <p:nvPr/>
        </p:nvSpPr>
        <p:spPr>
          <a:xfrm xmlns:a="http://schemas.openxmlformats.org/drawingml/2006/main">
            <a:off x="12435840" y="2103120"/>
            <a:ext cx="4937760" cy="2862850"/>
          </a:xfrm>
          <a:custGeom xmlns:a="http://schemas.openxmlformats.org/drawingml/2006/main">
            <a:rect l="l" t="t" r="r" b="b"/>
            <a:pathLst>
              <a:path w="4937760" h="2862850">
                <a:moveTo>
                  <a:pt x="0" y="0"/>
                </a:moveTo>
                <a:lnTo>
                  <a:pt x="0" y="1103116"/>
                </a:lnTo>
                <a:lnTo>
                  <a:pt x="2468880" y="2862850"/>
                </a:lnTo>
                <a:lnTo>
                  <a:pt x="4937760" y="1103116"/>
                </a:lnTo>
                <a:lnTo>
                  <a:pt x="4937760" y="0"/>
                </a:lnTo>
                <a:lnTo>
                  <a:pt x="2468880" y="1497086"/>
                </a:lnTo>
                <a:close/>
              </a:path>
            </a:pathLst>
          </a:custGeom>
          <a:solidFill xmlns:a="http://schemas.openxmlformats.org/drawingml/2006/main">
            <a:srgbClr val="FDDA24">
              <a:alpha val="21961"/>
            </a:srgbClr>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89" name="Google Shape;89;p13">
            <a:extLst xmlns:a="http://schemas.openxmlformats.org/drawingml/2006/main">
              <a:ext uri="{FF2B5EF4-FFF2-40B4-BE49-F238E27FC236}">
                <a16:creationId xmlns:a16="http://schemas.microsoft.com/office/drawing/2014/main" id="{AF36E3A8-3AC1-4502-991F-EC228CFF6A01}"/>
              </a:ext>
            </a:extLst>
          </p:cNvPr>
          <p:cNvSpPr>
            <a:spLocks xmlns:a="http://schemas.openxmlformats.org/drawingml/2006/main" noGrp="1"/>
          </p:cNvSpPr>
          <p:nvPr/>
        </p:nvSpPr>
        <p:spPr>
          <a:xfrm xmlns:a="http://schemas.openxmlformats.org/drawingml/2006/main">
            <a:off x="12435840" y="4151765"/>
            <a:ext cx="1444557" cy="1785998"/>
          </a:xfrm>
          <a:custGeom xmlns:a="http://schemas.openxmlformats.org/drawingml/2006/main">
            <a:rect l="l" t="t" r="r" b="b"/>
            <a:pathLst>
              <a:path w="1444557" h="1785998">
                <a:moveTo>
                  <a:pt x="0" y="0"/>
                </a:moveTo>
                <a:lnTo>
                  <a:pt x="0" y="1785998"/>
                </a:lnTo>
                <a:lnTo>
                  <a:pt x="1444557" y="866734"/>
                </a:lnTo>
                <a:close/>
              </a:path>
            </a:pathLst>
          </a:custGeom>
          <a:solidFill xmlns:a="http://schemas.openxmlformats.org/drawingml/2006/main">
            <a:srgbClr val="FDDA24">
              <a:alpha val="21961"/>
            </a:srgbClr>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90" name="Google Shape;90;p13">
            <a:extLst xmlns:a="http://schemas.openxmlformats.org/drawingml/2006/main">
              <a:ext uri="{FF2B5EF4-FFF2-40B4-BE49-F238E27FC236}">
                <a16:creationId xmlns:a16="http://schemas.microsoft.com/office/drawing/2014/main" id="{0B1B65CD-6F4A-4726-AFF7-60FBDFBE7BBA}"/>
              </a:ext>
            </a:extLst>
          </p:cNvPr>
          <p:cNvSpPr>
            <a:spLocks xmlns:a="http://schemas.openxmlformats.org/drawingml/2006/main" noGrp="1"/>
          </p:cNvSpPr>
          <p:nvPr/>
        </p:nvSpPr>
        <p:spPr>
          <a:xfrm xmlns:a="http://schemas.openxmlformats.org/drawingml/2006/main">
            <a:off x="15929042" y="4151765"/>
            <a:ext cx="1444558" cy="1785998"/>
          </a:xfrm>
          <a:custGeom xmlns:a="http://schemas.openxmlformats.org/drawingml/2006/main">
            <a:rect l="l" t="t" r="r" b="b"/>
            <a:pathLst>
              <a:path w="1444558" h="1785998">
                <a:moveTo>
                  <a:pt x="1444558" y="0"/>
                </a:moveTo>
                <a:lnTo>
                  <a:pt x="1444558" y="1785998"/>
                </a:lnTo>
                <a:lnTo>
                  <a:pt x="0" y="866734"/>
                </a:lnTo>
                <a:close/>
              </a:path>
            </a:pathLst>
          </a:custGeom>
          <a:solidFill xmlns:a="http://schemas.openxmlformats.org/drawingml/2006/main">
            <a:srgbClr val="FDDA24">
              <a:alpha val="21961"/>
            </a:srgbClr>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pic>
        <p:nvPicPr>
          <p:cNvPr id="91" name="Google Shape;91;p13">
            <a:extLst xmlns:a="http://schemas.openxmlformats.org/drawingml/2006/main">
              <a:ext uri="{FF2B5EF4-FFF2-40B4-BE49-F238E27FC236}">
                <a16:creationId xmlns:a16="http://schemas.microsoft.com/office/drawing/2014/main" id="{8075C616-807F-4156-96FA-296C106A700C}"/>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f31cab571c4b4722">
            <a:alphaModFix/>
          </a:blip>
          <a:srcRect xmlns:a="http://schemas.openxmlformats.org/drawingml/2006/main" l="0" t="0" r="0" b="0"/>
          <a:stretch xmlns:a="http://schemas.openxmlformats.org/drawingml/2006/main"/>
        </p:blipFill>
        <p:spPr>
          <a:xfrm xmlns:a="http://schemas.openxmlformats.org/drawingml/2006/main">
            <a:off x="914400" y="6812280"/>
            <a:ext cx="4721192" cy="822960"/>
          </a:xfrm>
          <a:prstGeom xmlns:a="http://schemas.openxmlformats.org/drawingml/2006/main" prst="rect">
            <a:avLst/>
          </a:prstGeom>
          <a:ln xmlns:a="http://schemas.openxmlformats.org/drawingml/2006/main">
            <a:noFill/>
          </a:ln>
        </p:spPr>
      </p:pic>
      <p:sp>
        <p:nvSpPr>
          <p:cNvPr id="92" name="Google Shape;92;p13">
            <a:extLst xmlns:a="http://schemas.openxmlformats.org/drawingml/2006/main">
              <a:ext uri="{FF2B5EF4-FFF2-40B4-BE49-F238E27FC236}">
                <a16:creationId xmlns:a16="http://schemas.microsoft.com/office/drawing/2014/main" id="{7C093E93-EA03-4939-9D2A-F00FC76376A5}"/>
              </a:ext>
            </a:extLst>
          </p:cNvPr>
          <p:cNvSpPr>
            <a:spLocks xmlns:a="http://schemas.openxmlformats.org/drawingml/2006/main" noGrp="1"/>
          </p:cNvSpPr>
          <p:nvPr/>
        </p:nvSpPr>
        <p:spPr>
          <a:xfrm xmlns:a="http://schemas.openxmlformats.org/drawingml/2006/main">
            <a:off x="5989320" y="6766560"/>
            <a:ext cx="18288" cy="914400"/>
          </a:xfrm>
          <a:prstGeom xmlns:a="http://schemas.openxmlformats.org/drawingml/2006/main" prst="rect">
            <a:avLst/>
          </a:prstGeom>
          <a:solidFill xmlns:a="http://schemas.openxmlformats.org/drawingml/2006/main">
            <a:srgbClr val="4A4A4A"/>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pic>
        <p:nvPicPr>
          <p:cNvPr id="93" name="Google Shape;93;p13">
            <a:extLst xmlns:a="http://schemas.openxmlformats.org/drawingml/2006/main">
              <a:ext uri="{FF2B5EF4-FFF2-40B4-BE49-F238E27FC236}">
                <a16:creationId xmlns:a16="http://schemas.microsoft.com/office/drawing/2014/main" id="{6BC71E85-064D-4D3A-8AF9-5BA990A3039E}"/>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486d9bacf83a40a6">
            <a:alphaModFix/>
          </a:blip>
          <a:srcRect xmlns:a="http://schemas.openxmlformats.org/drawingml/2006/main" l="0" t="0" r="0" b="0"/>
          <a:stretch xmlns:a="http://schemas.openxmlformats.org/drawingml/2006/main"/>
        </p:blipFill>
        <p:spPr>
          <a:xfrm xmlns:a="http://schemas.openxmlformats.org/drawingml/2006/main">
            <a:off x="6355080" y="6967728"/>
            <a:ext cx="2159633" cy="512064"/>
          </a:xfrm>
          <a:prstGeom xmlns:a="http://schemas.openxmlformats.org/drawingml/2006/main" prst="rect">
            <a:avLst/>
          </a:prstGeom>
          <a:ln xmlns:a="http://schemas.openxmlformats.org/drawingml/2006/main">
            <a:noFill/>
          </a:ln>
        </p:spPr>
      </p:pic>
      <p:pic>
        <p:nvPicPr>
          <p:cNvPr id="94" name="Google Shape;94;p13">
            <a:extLst xmlns:a="http://schemas.openxmlformats.org/drawingml/2006/main">
              <a:ext uri="{FF2B5EF4-FFF2-40B4-BE49-F238E27FC236}">
                <a16:creationId xmlns:a16="http://schemas.microsoft.com/office/drawing/2014/main" id="{C6195FFA-E3D7-43EA-91C8-24785A637A3A}"/>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08a0561dc43c47ad">
            <a:alphaModFix/>
          </a:blip>
          <a:srcRect xmlns:a="http://schemas.openxmlformats.org/drawingml/2006/main" l="0" t="0" r="0" b="0"/>
          <a:stretch xmlns:a="http://schemas.openxmlformats.org/drawingml/2006/main"/>
        </p:blipFill>
        <p:spPr>
          <a:xfrm xmlns:a="http://schemas.openxmlformats.org/drawingml/2006/main">
            <a:off x="8823960" y="6903720"/>
            <a:ext cx="2483581" cy="621792"/>
          </a:xfrm>
          <a:prstGeom xmlns:a="http://schemas.openxmlformats.org/drawingml/2006/main" prst="rect">
            <a:avLst/>
          </a:prstGeom>
          <a:ln xmlns:a="http://schemas.openxmlformats.org/drawingml/2006/main">
            <a:noFill/>
          </a:ln>
        </p:spPr>
      </p:pic>
      <p:sp>
        <p:nvSpPr>
          <p:cNvPr id="95" name="Google Shape;95;p13">
            <a:extLst xmlns:a="http://schemas.openxmlformats.org/drawingml/2006/main">
              <a:ext uri="{FF2B5EF4-FFF2-40B4-BE49-F238E27FC236}">
                <a16:creationId xmlns:a16="http://schemas.microsoft.com/office/drawing/2014/main" id="{9328E81F-E823-4542-BA00-9CB6A770699B}"/>
              </a:ext>
            </a:extLst>
          </p:cNvPr>
          <p:cNvSpPr>
            <a:spLocks xmlns:a="http://schemas.openxmlformats.org/drawingml/2006/main" noGrp="1"/>
          </p:cNvSpPr>
          <p:nvPr/>
        </p:nvSpPr>
        <p:spPr>
          <a:xfrm xmlns:a="http://schemas.openxmlformats.org/drawingml/2006/main" rot="5400000">
            <a:off x="14904720" y="6858000"/>
            <a:ext cx="731520" cy="731520"/>
          </a:xfrm>
          <a:prstGeom xmlns:a="http://schemas.openxmlformats.org/drawingml/2006/main" prst="triangle">
            <a:avLst>
              <a:gd name="adj" fmla="val 50000"/>
            </a:avLst>
          </a:prstGeom>
          <a:solidFill xmlns:a="http://schemas.openxmlformats.org/drawingml/2006/main">
            <a:srgbClr val="FDDA24"/>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96" name="Google Shape;96;p13">
            <a:extLst xmlns:a="http://schemas.openxmlformats.org/drawingml/2006/main">
              <a:ext uri="{FF2B5EF4-FFF2-40B4-BE49-F238E27FC236}">
                <a16:creationId xmlns:a16="http://schemas.microsoft.com/office/drawing/2014/main" id="{492169ED-42C5-492D-A1C1-0CA2BF1FEB1C}"/>
              </a:ext>
            </a:extLst>
          </p:cNvPr>
          <p:cNvSpPr>
            <a:spLocks xmlns:a="http://schemas.openxmlformats.org/drawingml/2006/main" noGrp="1"/>
          </p:cNvSpPr>
          <p:nvPr/>
        </p:nvSpPr>
        <p:spPr>
          <a:xfrm xmlns:a="http://schemas.openxmlformats.org/drawingml/2006/main" rot="5400000">
            <a:off x="15599664" y="6858000"/>
            <a:ext cx="731520" cy="731520"/>
          </a:xfrm>
          <a:prstGeom xmlns:a="http://schemas.openxmlformats.org/drawingml/2006/main" prst="triangle">
            <a:avLst>
              <a:gd name="adj" fmla="val 50000"/>
            </a:avLst>
          </a:prstGeom>
          <a:solidFill xmlns:a="http://schemas.openxmlformats.org/drawingml/2006/main">
            <a:srgbClr val="FDDA24">
              <a:alpha val="60000"/>
            </a:srgbClr>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97" name="Google Shape;97;p13">
            <a:extLst xmlns:a="http://schemas.openxmlformats.org/drawingml/2006/main">
              <a:ext uri="{FF2B5EF4-FFF2-40B4-BE49-F238E27FC236}">
                <a16:creationId xmlns:a16="http://schemas.microsoft.com/office/drawing/2014/main" id="{D89C7A8F-4101-49FC-B703-320ABA673AB0}"/>
              </a:ext>
            </a:extLst>
          </p:cNvPr>
          <p:cNvSpPr>
            <a:spLocks xmlns:a="http://schemas.openxmlformats.org/drawingml/2006/main" noGrp="1"/>
          </p:cNvSpPr>
          <p:nvPr/>
        </p:nvSpPr>
        <p:spPr>
          <a:xfrm xmlns:a="http://schemas.openxmlformats.org/drawingml/2006/main" rot="5400000">
            <a:off x="16294608" y="6858000"/>
            <a:ext cx="731520" cy="731520"/>
          </a:xfrm>
          <a:prstGeom xmlns:a="http://schemas.openxmlformats.org/drawingml/2006/main" prst="triangle">
            <a:avLst>
              <a:gd name="adj" fmla="val 50000"/>
            </a:avLst>
          </a:prstGeom>
          <a:solidFill xmlns:a="http://schemas.openxmlformats.org/drawingml/2006/main">
            <a:srgbClr val="FDDA24">
              <a:alpha val="30196"/>
            </a:srgbClr>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98" name="Google Shape;98;p13">
            <a:extLst xmlns:a="http://schemas.openxmlformats.org/drawingml/2006/main">
              <a:ext uri="{FF2B5EF4-FFF2-40B4-BE49-F238E27FC236}">
                <a16:creationId xmlns:a16="http://schemas.microsoft.com/office/drawing/2014/main" id="{F25DF466-91DB-4704-A4DF-1EDE292B1B74}"/>
              </a:ext>
            </a:extLst>
          </p:cNvPr>
          <p:cNvSpPr>
            <a:spLocks xmlns:a="http://schemas.openxmlformats.org/drawingml/2006/main" noGrp="1"/>
          </p:cNvSpPr>
          <p:nvPr/>
        </p:nvSpPr>
        <p:spPr>
          <a:xfrm xmlns:a="http://schemas.openxmlformats.org/drawingml/2006/main">
            <a:off x="914400" y="8641080"/>
            <a:ext cx="16459200" cy="13716"/>
          </a:xfrm>
          <a:prstGeom xmlns:a="http://schemas.openxmlformats.org/drawingml/2006/main" prst="rect">
            <a:avLst/>
          </a:prstGeom>
          <a:solidFill xmlns:a="http://schemas.openxmlformats.org/drawingml/2006/main">
            <a:srgbClr val="3A3A3A"/>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99" name="Google Shape;99;p13">
            <a:extLst xmlns:a="http://schemas.openxmlformats.org/drawingml/2006/main">
              <a:ext uri="{FF2B5EF4-FFF2-40B4-BE49-F238E27FC236}">
                <a16:creationId xmlns:a16="http://schemas.microsoft.com/office/drawing/2014/main" id="{5CD7E1A6-0837-4560-965E-4D18CC5F5032}"/>
              </a:ext>
            </a:extLst>
          </p:cNvPr>
          <p:cNvSpPr>
            <a:spLocks xmlns:a="http://schemas.openxmlformats.org/drawingml/2006/main" noGrp="1"/>
          </p:cNvSpPr>
          <p:nvPr/>
        </p:nvSpPr>
        <p:spPr>
          <a:xfrm xmlns:a="http://schemas.openxmlformats.org/drawingml/2006/main">
            <a:off x="914400" y="8961120"/>
            <a:ext cx="4572000" cy="2438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l">
              <a:spcBef>
                <a:spcPts val="0"/>
              </a:spcBef>
              <a:spcAft>
                <a:spcPts val="0"/>
              </a:spcAft>
              <a:buNone/>
            </a:pPr>
            <a:r>
              <a:rPr sz="1600" b="1" i="0" u="none" strike="noStrike" cap="none">
                <a:solidFill>
                  <a:srgbClr val="FFFFFF"/>
                </a:solidFill>
                <a:latin typeface="JetBrains Mono"/>
                <a:ea typeface="JetBrains Mono"/>
                <a:cs typeface="JetBrains Mono"/>
              </a:rPr>
              <a:t>TESTNET MVP / 26 OCT 2026</a:t>
            </a:r>
            <a:endParaRPr/>
          </a:p>
        </p:txBody>
      </p:sp>
      <p:sp>
        <p:nvSpPr>
          <p:cNvPr id="100" name="Google Shape;100;p13">
            <a:extLst xmlns:a="http://schemas.openxmlformats.org/drawingml/2006/main">
              <a:ext uri="{FF2B5EF4-FFF2-40B4-BE49-F238E27FC236}">
                <a16:creationId xmlns:a16="http://schemas.microsoft.com/office/drawing/2014/main" id="{A15B962B-8ADF-4E7F-8174-2E0E6A232D76}"/>
              </a:ext>
            </a:extLst>
          </p:cNvPr>
          <p:cNvSpPr>
            <a:spLocks xmlns:a="http://schemas.openxmlformats.org/drawingml/2006/main" noGrp="1"/>
          </p:cNvSpPr>
          <p:nvPr/>
        </p:nvSpPr>
        <p:spPr>
          <a:xfrm xmlns:a="http://schemas.openxmlformats.org/drawingml/2006/main">
            <a:off x="6400800" y="8961120"/>
            <a:ext cx="5486400" cy="3657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ctr">
              <a:spcBef>
                <a:spcPts val="0"/>
              </a:spcBef>
              <a:spcAft>
                <a:spcPts val="0"/>
              </a:spcAft>
              <a:buNone/>
            </a:pPr>
            <a:r>
              <a:rPr sz="1400" b="1" i="0" u="none" strike="noStrike" cap="none">
                <a:solidFill>
                  <a:srgbClr val="FDDA24"/>
                </a:solidFill>
                <a:latin typeface="JetBrains Mono"/>
                <a:ea typeface="JetBrains Mono"/>
                <a:cs typeface="JetBrains Mono"/>
              </a:rPr>
              <a:t>#HackMeridian26</a:t>
            </a:r>
            <a:endParaRPr/>
          </a:p>
        </p:txBody>
      </p:sp>
      <p:sp>
        <p:nvSpPr>
          <p:cNvPr id="101" name="Google Shape;101;p13">
            <a:extLst xmlns:a="http://schemas.openxmlformats.org/drawingml/2006/main">
              <a:ext uri="{FF2B5EF4-FFF2-40B4-BE49-F238E27FC236}">
                <a16:creationId xmlns:a16="http://schemas.microsoft.com/office/drawing/2014/main" id="{30B39000-4DD0-4DA3-B6BC-A2AD6F609BFA}"/>
              </a:ext>
            </a:extLst>
          </p:cNvPr>
          <p:cNvSpPr>
            <a:spLocks xmlns:a="http://schemas.openxmlformats.org/drawingml/2006/main" noGrp="1"/>
          </p:cNvSpPr>
          <p:nvPr/>
        </p:nvSpPr>
        <p:spPr>
          <a:xfrm xmlns:a="http://schemas.openxmlformats.org/drawingml/2006/main">
            <a:off x="11887200" y="8961120"/>
            <a:ext cx="5486400" cy="3657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r">
              <a:spcBef>
                <a:spcPts val="0"/>
              </a:spcBef>
              <a:spcAft>
                <a:spcPts val="0"/>
              </a:spcAft>
              <a:buNone/>
            </a:pPr>
            <a:r>
              <a:rPr sz="1400" b="0" i="0" u="none" strike="noStrike" cap="none">
                <a:solidFill>
                  <a:srgbClr val="A7A7A7"/>
                </a:solidFill>
                <a:latin typeface="JetBrains Mono"/>
                <a:ea typeface="JetBrains Mono"/>
                <a:cs typeface="JetBrains Mono"/>
              </a:rPr>
              <a:t>© 2026 HackMeridian · Lisbon</a:t>
            </a:r>
            <a:endParaRPr/>
          </a:p>
        </p:txBody>
      </p:sp>
      <p:sp>
        <p:nvSpPr>
          <p:cNvPr id="102" name="Private real estate. Verified qualificat">
            <a:extLst xmlns:a="http://schemas.openxmlformats.org/drawingml/2006/main">
              <a:ext uri="{FF2B5EF4-FFF2-40B4-BE49-F238E27FC236}">
                <a16:creationId xmlns:a16="http://schemas.microsoft.com/office/drawing/2014/main" id="{9E0F2680-4F6B-4EA7-A43D-7E4AD2224127}"/>
              </a:ext>
            </a:extLst>
          </p:cNvPr>
          <p:cNvSpPr>
            <a:spLocks xmlns:a="http://schemas.openxmlformats.org/drawingml/2006/main" noGrp="1"/>
          </p:cNvSpPr>
          <p:nvPr/>
        </p:nvSpPr>
        <p:spPr>
          <a:xfrm xmlns:a="http://schemas.openxmlformats.org/drawingml/2006/main">
            <a:off x="914400" y="6191250"/>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800">
                <a:solidFill>
                  <a:srgbClr val="FFFFFF"/>
                </a:solidFill>
                <a:latin typeface="Instrument Sans"/>
                <a:ea typeface="Instrument Sans"/>
                <a:cs typeface="Instrument Sans"/>
              </a:defRPr>
            </a:defPPr>
            <a:lvl1pPr>
              <a:buNone/>
              <a:defRPr sz="2800">
                <a:solidFill>
                  <a:srgbClr val="FFFFFF"/>
                </a:solidFill>
                <a:latin typeface="Instrument Sans"/>
                <a:ea typeface="Instrument Sans"/>
                <a:cs typeface="Instrument Sans"/>
              </a:defRPr>
            </a:lvl1pPr>
            <a:lvl2pPr>
              <a:buNone/>
              <a:defRPr sz="2800">
                <a:solidFill>
                  <a:srgbClr val="FFFFFF"/>
                </a:solidFill>
                <a:latin typeface="Instrument Sans"/>
                <a:ea typeface="Instrument Sans"/>
                <a:cs typeface="Instrument Sans"/>
              </a:defRPr>
            </a:lvl2pPr>
            <a:lvl3pPr>
              <a:buNone/>
              <a:defRPr sz="2800">
                <a:solidFill>
                  <a:srgbClr val="FFFFFF"/>
                </a:solidFill>
                <a:latin typeface="Instrument Sans"/>
                <a:ea typeface="Instrument Sans"/>
                <a:cs typeface="Instrument Sans"/>
              </a:defRPr>
            </a:lvl3pPr>
            <a:lvl4pPr>
              <a:buNone/>
              <a:defRPr sz="2800">
                <a:solidFill>
                  <a:srgbClr val="FFFFFF"/>
                </a:solidFill>
                <a:latin typeface="Instrument Sans"/>
                <a:ea typeface="Instrument Sans"/>
                <a:cs typeface="Instrument Sans"/>
              </a:defRPr>
            </a:lvl4pPr>
            <a:lvl5pPr>
              <a:buNone/>
              <a:defRPr sz="2800">
                <a:solidFill>
                  <a:srgbClr val="FFFFFF"/>
                </a:solidFill>
                <a:latin typeface="Instrument Sans"/>
                <a:ea typeface="Instrument Sans"/>
                <a:cs typeface="Instrument Sans"/>
              </a:defRPr>
            </a:lvl5pPr>
            <a:lvl6pPr>
              <a:buNone/>
              <a:defRPr sz="2800">
                <a:solidFill>
                  <a:srgbClr val="FFFFFF"/>
                </a:solidFill>
                <a:latin typeface="Instrument Sans"/>
                <a:ea typeface="Instrument Sans"/>
                <a:cs typeface="Instrument Sans"/>
              </a:defRPr>
            </a:lvl6pPr>
            <a:lvl7pPr>
              <a:buNone/>
              <a:defRPr sz="2800">
                <a:solidFill>
                  <a:srgbClr val="FFFFFF"/>
                </a:solidFill>
                <a:latin typeface="Instrument Sans"/>
                <a:ea typeface="Instrument Sans"/>
                <a:cs typeface="Instrument Sans"/>
              </a:defRPr>
            </a:lvl7pPr>
            <a:lvl8pPr>
              <a:buNone/>
              <a:defRPr sz="2800">
                <a:solidFill>
                  <a:srgbClr val="FFFFFF"/>
                </a:solidFill>
                <a:latin typeface="Instrument Sans"/>
                <a:ea typeface="Instrument Sans"/>
                <a:cs typeface="Instrument Sans"/>
              </a:defRPr>
            </a:lvl8pPr>
            <a:lvl9pPr>
              <a:buNone/>
              <a:defRPr sz="2800">
                <a:solidFill>
                  <a:srgbClr val="FFFFFF"/>
                </a:solidFill>
                <a:latin typeface="Instrument Sans"/>
                <a:ea typeface="Instrument Sans"/>
                <a:cs typeface="Instrument Sans"/>
              </a:defRPr>
            </a:lvl9pPr>
          </a:lstStyle>
          <a:p xmlns:a="http://schemas.openxmlformats.org/drawingml/2006/main">
            <a:pPr>
              <a:buNone/>
              <a:defRPr sz="2800">
                <a:solidFill>
                  <a:srgbClr val="FFFFFF"/>
                </a:solidFill>
                <a:latin typeface="Instrument Sans"/>
                <a:ea typeface="Instrument Sans"/>
                <a:cs typeface="Instrument Sans"/>
              </a:defRPr>
            </a:pPr>
            <a:r>
              <a:rPr sz="2800">
                <a:solidFill>
                  <a:srgbClr val="FFFFFF"/>
                </a:solidFill>
                <a:latin typeface="Instrument Sans"/>
                <a:ea typeface="Instrument Sans"/>
                <a:cs typeface="Instrument Sans"/>
              </a:rPr>
              <a:t>Private real estate. Verified qualification.</a:t>
            </a:r>
          </a:p>
        </p:txBody>
      </p:sp>
      <p:sp>
        <p:nvSpPr>
          <p:cNvPr id="103" name="EasyAI / Oleksiy Onishchenko / Solo buil">
            <a:extLst xmlns:a="http://schemas.openxmlformats.org/drawingml/2006/main">
              <a:ext uri="{FF2B5EF4-FFF2-40B4-BE49-F238E27FC236}">
                <a16:creationId xmlns:a16="http://schemas.microsoft.com/office/drawing/2014/main" id="{C935F9A8-2B94-4611-AA48-C70F83C986D2}"/>
              </a:ext>
            </a:extLst>
          </p:cNvPr>
          <p:cNvSpPr>
            <a:spLocks xmlns:a="http://schemas.openxmlformats.org/drawingml/2006/main" noGrp="1"/>
          </p:cNvSpPr>
          <p:nvPr/>
        </p:nvSpPr>
        <p:spPr>
          <a:xfrm xmlns:a="http://schemas.openxmlformats.org/drawingml/2006/main">
            <a:off x="914400" y="7962900"/>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900">
                <a:solidFill>
                  <a:srgbClr val="FDDA24"/>
                </a:solidFill>
                <a:latin typeface="Instrument Sans"/>
                <a:ea typeface="Instrument Sans"/>
                <a:cs typeface="Instrument Sans"/>
              </a:defRPr>
            </a:defPPr>
            <a:lvl1pPr>
              <a:buNone/>
              <a:defRPr sz="1900">
                <a:solidFill>
                  <a:srgbClr val="FDDA24"/>
                </a:solidFill>
                <a:latin typeface="Instrument Sans"/>
                <a:ea typeface="Instrument Sans"/>
                <a:cs typeface="Instrument Sans"/>
              </a:defRPr>
            </a:lvl1pPr>
            <a:lvl2pPr>
              <a:buNone/>
              <a:defRPr sz="1900">
                <a:solidFill>
                  <a:srgbClr val="FDDA24"/>
                </a:solidFill>
                <a:latin typeface="Instrument Sans"/>
                <a:ea typeface="Instrument Sans"/>
                <a:cs typeface="Instrument Sans"/>
              </a:defRPr>
            </a:lvl2pPr>
            <a:lvl3pPr>
              <a:buNone/>
              <a:defRPr sz="1900">
                <a:solidFill>
                  <a:srgbClr val="FDDA24"/>
                </a:solidFill>
                <a:latin typeface="Instrument Sans"/>
                <a:ea typeface="Instrument Sans"/>
                <a:cs typeface="Instrument Sans"/>
              </a:defRPr>
            </a:lvl3pPr>
            <a:lvl4pPr>
              <a:buNone/>
              <a:defRPr sz="1900">
                <a:solidFill>
                  <a:srgbClr val="FDDA24"/>
                </a:solidFill>
                <a:latin typeface="Instrument Sans"/>
                <a:ea typeface="Instrument Sans"/>
                <a:cs typeface="Instrument Sans"/>
              </a:defRPr>
            </a:lvl4pPr>
            <a:lvl5pPr>
              <a:buNone/>
              <a:defRPr sz="1900">
                <a:solidFill>
                  <a:srgbClr val="FDDA24"/>
                </a:solidFill>
                <a:latin typeface="Instrument Sans"/>
                <a:ea typeface="Instrument Sans"/>
                <a:cs typeface="Instrument Sans"/>
              </a:defRPr>
            </a:lvl5pPr>
            <a:lvl6pPr>
              <a:buNone/>
              <a:defRPr sz="1900">
                <a:solidFill>
                  <a:srgbClr val="FDDA24"/>
                </a:solidFill>
                <a:latin typeface="Instrument Sans"/>
                <a:ea typeface="Instrument Sans"/>
                <a:cs typeface="Instrument Sans"/>
              </a:defRPr>
            </a:lvl6pPr>
            <a:lvl7pPr>
              <a:buNone/>
              <a:defRPr sz="1900">
                <a:solidFill>
                  <a:srgbClr val="FDDA24"/>
                </a:solidFill>
                <a:latin typeface="Instrument Sans"/>
                <a:ea typeface="Instrument Sans"/>
                <a:cs typeface="Instrument Sans"/>
              </a:defRPr>
            </a:lvl7pPr>
            <a:lvl8pPr>
              <a:buNone/>
              <a:defRPr sz="1900">
                <a:solidFill>
                  <a:srgbClr val="FDDA24"/>
                </a:solidFill>
                <a:latin typeface="Instrument Sans"/>
                <a:ea typeface="Instrument Sans"/>
                <a:cs typeface="Instrument Sans"/>
              </a:defRPr>
            </a:lvl8pPr>
            <a:lvl9pPr>
              <a:buNone/>
              <a:defRPr sz="1900">
                <a:solidFill>
                  <a:srgbClr val="FDDA24"/>
                </a:solidFill>
                <a:latin typeface="Instrument Sans"/>
                <a:ea typeface="Instrument Sans"/>
                <a:cs typeface="Instrument Sans"/>
              </a:defRPr>
            </a:lvl9pPr>
          </a:lstStyle>
          <a:p xmlns:a="http://schemas.openxmlformats.org/drawingml/2006/main">
            <a:pPr>
              <a:buNone/>
              <a:defRPr sz="1900">
                <a:solidFill>
                  <a:srgbClr val="FDDA24"/>
                </a:solidFill>
                <a:latin typeface="Instrument Sans"/>
                <a:ea typeface="Instrument Sans"/>
                <a:cs typeface="Instrument Sans"/>
              </a:defRPr>
            </a:pPr>
            <a:r>
              <a:rPr sz="1900">
                <a:solidFill>
                  <a:srgbClr val="FDDA24"/>
                </a:solidFill>
                <a:latin typeface="Instrument Sans"/>
                <a:ea typeface="Instrument Sans"/>
                <a:cs typeface="Instrument Sans"/>
              </a:rPr>
              <a:t>EasyAI / Oleksiy Onishchenko / Solo builder</a:t>
            </a:r>
          </a:p>
        </p:txBody>
      </p:sp>
    </p:spTree>
    <p:extLst>
      <p:ext uri="{BB962C8B-B14F-4D97-AF65-F5344CB8AC3E}">
        <p14:creationId xmlns:p14="http://schemas.microsoft.com/office/powerpoint/2010/main" val="2011376075"/>
      </p:ext>
    </p:extLst>
  </p:cSld>
</p:sld>
</file>

<file path=ppt/slides/slide2.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106" name="Google Shape;106;p14">
            <a:extLst xmlns:a="http://schemas.openxmlformats.org/drawingml/2006/main">
              <a:ext uri="{FF2B5EF4-FFF2-40B4-BE49-F238E27FC236}">
                <a16:creationId xmlns:a16="http://schemas.microsoft.com/office/drawing/2014/main" id="{70E11B06-8417-427C-A23D-803C60D38FC9}"/>
              </a:ext>
            </a:extLst>
          </p:cNvPr>
          <p:cNvSpPr>
            <a:spLocks xmlns:a="http://schemas.openxmlformats.org/drawingml/2006/main" noGrp="1"/>
          </p:cNvSpPr>
          <p:nvPr/>
        </p:nvSpPr>
        <p:spPr>
          <a:xfrm xmlns:a="http://schemas.openxmlformats.org/drawingml/2006/main">
            <a:off x="0" y="0"/>
            <a:ext cx="18288000" cy="731520"/>
          </a:xfrm>
          <a:prstGeom xmlns:a="http://schemas.openxmlformats.org/drawingml/2006/main" prst="rect">
            <a:avLst/>
          </a:prstGeom>
          <a:solidFill xmlns:a="http://schemas.openxmlformats.org/drawingml/2006/main">
            <a:srgbClr val="0F0F0F"/>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07" name="Google Shape;107;p14">
            <a:extLst xmlns:a="http://schemas.openxmlformats.org/drawingml/2006/main">
              <a:ext uri="{FF2B5EF4-FFF2-40B4-BE49-F238E27FC236}">
                <a16:creationId xmlns:a16="http://schemas.microsoft.com/office/drawing/2014/main" id="{746CBDD3-DF20-44FE-9C23-82AC6858FB55}"/>
              </a:ext>
            </a:extLst>
          </p:cNvPr>
          <p:cNvSpPr>
            <a:spLocks xmlns:a="http://schemas.openxmlformats.org/drawingml/2006/main" noGrp="1"/>
          </p:cNvSpPr>
          <p:nvPr/>
        </p:nvSpPr>
        <p:spPr>
          <a:xfrm xmlns:a="http://schemas.openxmlformats.org/drawingml/2006/main">
            <a:off x="914400" y="201168"/>
            <a:ext cx="4572000" cy="213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spAutoFit/>
          </a:bodyPr>
          <a:lstStyle xmlns:a="http://schemas.openxmlformats.org/drawingml/2006/main"/>
          <a:p xmlns:a="http://schemas.openxmlformats.org/drawingml/2006/main">
            <a:pPr marL="0" marR="0" lvl="0" indent="0" algn="l">
              <a:spcBef>
                <a:spcPts val="0"/>
              </a:spcBef>
              <a:spcAft>
                <a:spcPts val="0"/>
              </a:spcAft>
              <a:buNone/>
            </a:pPr>
            <a:r>
              <a:rPr sz="1400" b="1" i="0" u="none" strike="noStrike" cap="none">
                <a:solidFill>
                  <a:srgbClr val="FDDA24"/>
                </a:solidFill>
                <a:latin typeface="JetBrains Mono"/>
                <a:ea typeface="JetBrains Mono"/>
                <a:cs typeface="JetBrains Mono"/>
              </a:rPr>
              <a:t>PLATFORM 02 / 06</a:t>
            </a:r>
            <a:endParaRPr/>
          </a:p>
        </p:txBody>
      </p:sp>
      <p:sp>
        <p:nvSpPr>
          <p:cNvPr id="108" name="Google Shape;108;p14">
            <a:extLst xmlns:a="http://schemas.openxmlformats.org/drawingml/2006/main">
              <a:ext uri="{FF2B5EF4-FFF2-40B4-BE49-F238E27FC236}">
                <a16:creationId xmlns:a16="http://schemas.microsoft.com/office/drawing/2014/main" id="{7681E986-32BF-4F6B-B0D7-E82EE8E4AB55}"/>
              </a:ext>
            </a:extLst>
          </p:cNvPr>
          <p:cNvSpPr>
            <a:spLocks xmlns:a="http://schemas.openxmlformats.org/drawingml/2006/main" noGrp="1"/>
          </p:cNvSpPr>
          <p:nvPr/>
        </p:nvSpPr>
        <p:spPr>
          <a:xfrm xmlns:a="http://schemas.openxmlformats.org/drawingml/2006/main">
            <a:off x="5486400" y="201168"/>
            <a:ext cx="7315200" cy="329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spAutoFit/>
          </a:bodyPr>
          <a:lstStyle xmlns:a="http://schemas.openxmlformats.org/drawingml/2006/main"/>
          <a:p xmlns:a="http://schemas.openxmlformats.org/drawingml/2006/main">
            <a:pPr marL="0" marR="0" lvl="0" indent="0" algn="ctr">
              <a:spcBef>
                <a:spcPts val="0"/>
              </a:spcBef>
              <a:spcAft>
                <a:spcPts val="0"/>
              </a:spcAft>
              <a:buNone/>
            </a:pPr>
            <a:r>
              <a:rPr sz="1400" b="1" i="0" u="none" strike="noStrike" cap="none">
                <a:solidFill>
                  <a:srgbClr val="FFFFFF"/>
                </a:solidFill>
                <a:latin typeface="JetBrains Mono"/>
                <a:ea typeface="JetBrains Mono"/>
                <a:cs typeface="JetBrains Mono"/>
              </a:rPr>
              <a:t>HACKMERIDIAN 2026 · LISBON</a:t>
            </a:r>
            <a:endParaRPr/>
          </a:p>
        </p:txBody>
      </p:sp>
      <p:sp>
        <p:nvSpPr>
          <p:cNvPr id="109" name="Google Shape;109;p14">
            <a:extLst xmlns:a="http://schemas.openxmlformats.org/drawingml/2006/main">
              <a:ext uri="{FF2B5EF4-FFF2-40B4-BE49-F238E27FC236}">
                <a16:creationId xmlns:a16="http://schemas.microsoft.com/office/drawing/2014/main" id="{BADBA48E-2C3C-4CD7-A3C1-30FE99A25EC3}"/>
              </a:ext>
            </a:extLst>
          </p:cNvPr>
          <p:cNvSpPr>
            <a:spLocks xmlns:a="http://schemas.openxmlformats.org/drawingml/2006/main" noGrp="1"/>
          </p:cNvSpPr>
          <p:nvPr/>
        </p:nvSpPr>
        <p:spPr>
          <a:xfrm xmlns:a="http://schemas.openxmlformats.org/drawingml/2006/main">
            <a:off x="12801600" y="201168"/>
            <a:ext cx="4572000" cy="329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spAutoFit/>
          </a:bodyPr>
          <a:lstStyle xmlns:a="http://schemas.openxmlformats.org/drawingml/2006/main"/>
          <a:p xmlns:a="http://schemas.openxmlformats.org/drawingml/2006/main">
            <a:pPr marL="0" marR="0" lvl="0" indent="0" algn="r">
              <a:spcBef>
                <a:spcPts val="0"/>
              </a:spcBef>
              <a:spcAft>
                <a:spcPts val="0"/>
              </a:spcAft>
              <a:buNone/>
            </a:pPr>
            <a:r>
              <a:rPr sz="1400" b="1" i="0" u="none" strike="noStrike" cap="none">
                <a:solidFill>
                  <a:srgbClr val="FFFFFF"/>
                </a:solidFill>
                <a:latin typeface="JetBrains Mono"/>
                <a:ea typeface="JetBrains Mono"/>
                <a:cs typeface="JetBrains Mono"/>
              </a:rPr>
              <a:t>NEXT ▸ PMF</a:t>
            </a:r>
            <a:endParaRPr/>
          </a:p>
        </p:txBody>
      </p:sp>
      <p:sp>
        <p:nvSpPr>
          <p:cNvPr id="110" name="Google Shape;110;p14">
            <a:extLst xmlns:a="http://schemas.openxmlformats.org/drawingml/2006/main">
              <a:ext uri="{FF2B5EF4-FFF2-40B4-BE49-F238E27FC236}">
                <a16:creationId xmlns:a16="http://schemas.microsoft.com/office/drawing/2014/main" id="{76EC8AF0-91A8-46C8-9619-E9326D84EB7C}"/>
              </a:ext>
            </a:extLst>
          </p:cNvPr>
          <p:cNvSpPr>
            <a:spLocks xmlns:a="http://schemas.openxmlformats.org/drawingml/2006/main" noGrp="1"/>
          </p:cNvSpPr>
          <p:nvPr/>
        </p:nvSpPr>
        <p:spPr>
          <a:xfrm xmlns:a="http://schemas.openxmlformats.org/drawingml/2006/main">
            <a:off x="914400" y="1417320"/>
            <a:ext cx="2651760" cy="475488"/>
          </a:xfrm>
          <a:prstGeom xmlns:a="http://schemas.openxmlformats.org/drawingml/2006/main" prst="roundRect">
            <a:avLst>
              <a:gd name="adj" fmla="val 50000"/>
            </a:avLst>
          </a:prstGeom>
          <a:solidFill xmlns:a="http://schemas.openxmlformats.org/drawingml/2006/main">
            <a:srgbClr val="FDDA24"/>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None/>
            </a:pPr>
            <a:r>
              <a:rPr sz="1200" b="1" i="0" u="none" strike="noStrike" cap="none">
                <a:solidFill>
                  <a:srgbClr val="0F0F0F"/>
                </a:solidFill>
                <a:latin typeface="JetBrains Mono"/>
                <a:ea typeface="JetBrains Mono"/>
                <a:cs typeface="JetBrains Mono"/>
              </a:rPr>
              <a:t>PITCH STEP 01 / 04</a:t>
            </a:r>
            <a:endParaRPr/>
          </a:p>
        </p:txBody>
      </p:sp>
      <p:sp>
        <p:nvSpPr>
          <p:cNvPr id="111" name="Google Shape;111;p14">
            <a:extLst xmlns:a="http://schemas.openxmlformats.org/drawingml/2006/main">
              <a:ext uri="{FF2B5EF4-FFF2-40B4-BE49-F238E27FC236}">
                <a16:creationId xmlns:a16="http://schemas.microsoft.com/office/drawing/2014/main" id="{7BCCE537-65B3-4A99-8083-A2E05B310299}"/>
              </a:ext>
            </a:extLst>
          </p:cNvPr>
          <p:cNvSpPr>
            <a:spLocks xmlns:a="http://schemas.openxmlformats.org/drawingml/2006/main" noGrp="1"/>
          </p:cNvSpPr>
          <p:nvPr/>
        </p:nvSpPr>
        <p:spPr>
          <a:xfrm xmlns:a="http://schemas.openxmlformats.org/drawingml/2006/main">
            <a:off x="914400" y="2103120"/>
            <a:ext cx="16459200" cy="1371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l">
              <a:spcBef>
                <a:spcPts val="0"/>
              </a:spcBef>
              <a:spcAft>
                <a:spcPts val="0"/>
              </a:spcAft>
              <a:buNone/>
            </a:pPr>
            <a:r>
              <a:rPr sz="10000" b="1" i="0" u="none" strike="noStrike" cap="none">
                <a:solidFill>
                  <a:srgbClr val="0F0F0F"/>
                </a:solidFill>
                <a:latin typeface="Inter Tight"/>
                <a:ea typeface="Inter Tight"/>
                <a:cs typeface="Inter Tight"/>
              </a:rPr>
              <a:t>THE SOLUTION</a:t>
            </a:r>
            <a:endParaRPr/>
          </a:p>
        </p:txBody>
      </p:sp>
      <p:sp>
        <p:nvSpPr>
          <p:cNvPr id="112" name="Google Shape;112;p14">
            <a:extLst xmlns:a="http://schemas.openxmlformats.org/drawingml/2006/main">
              <a:ext uri="{FF2B5EF4-FFF2-40B4-BE49-F238E27FC236}">
                <a16:creationId xmlns:a16="http://schemas.microsoft.com/office/drawing/2014/main" id="{C8AC25D4-C6DB-495B-BBD9-30859022B09E}"/>
              </a:ext>
            </a:extLst>
          </p:cNvPr>
          <p:cNvSpPr>
            <a:spLocks xmlns:a="http://schemas.openxmlformats.org/drawingml/2006/main" noGrp="1"/>
          </p:cNvSpPr>
          <p:nvPr/>
        </p:nvSpPr>
        <p:spPr>
          <a:xfrm xmlns:a="http://schemas.openxmlformats.org/drawingml/2006/main">
            <a:off x="914400" y="3931920"/>
            <a:ext cx="10972800" cy="4267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l">
              <a:spcBef>
                <a:spcPts val="0"/>
              </a:spcBef>
              <a:spcAft>
                <a:spcPts val="0"/>
              </a:spcAft>
              <a:buNone/>
            </a:pPr>
            <a:r>
              <a:rPr sz="2800" b="1" i="0" u="none" strike="noStrike" cap="none">
                <a:solidFill>
                  <a:srgbClr val="0F0F0F"/>
                </a:solidFill>
                <a:latin typeface="Instrument Sans"/>
                <a:ea typeface="Instrument Sans"/>
                <a:cs typeface="Instrument Sans"/>
              </a:rPr>
              <a:t>Two strangers qualify for one private property deal.</a:t>
            </a:r>
            <a:endParaRPr/>
          </a:p>
        </p:txBody>
      </p:sp>
      <p:sp>
        <p:nvSpPr>
          <p:cNvPr id="113" name="Google Shape;113;p14">
            <a:extLst xmlns:a="http://schemas.openxmlformats.org/drawingml/2006/main">
              <a:ext uri="{FF2B5EF4-FFF2-40B4-BE49-F238E27FC236}">
                <a16:creationId xmlns:a16="http://schemas.microsoft.com/office/drawing/2014/main" id="{575838C8-E0E8-4B38-8E1E-F73F17AABCED}"/>
              </a:ext>
            </a:extLst>
          </p:cNvPr>
          <p:cNvSpPr>
            <a:spLocks xmlns:a="http://schemas.openxmlformats.org/drawingml/2006/main" noGrp="1"/>
          </p:cNvSpPr>
          <p:nvPr/>
        </p:nvSpPr>
        <p:spPr>
          <a:xfrm xmlns:a="http://schemas.openxmlformats.org/drawingml/2006/main">
            <a:off x="914400" y="4709160"/>
            <a:ext cx="11612880" cy="13512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defRPr sz="2400">
                <a:solidFill>
                  <a:srgbClr val="2A2A2A"/>
                </a:solidFill>
                <a:latin typeface="Instrument Sans"/>
                <a:ea typeface="Instrument Sans"/>
                <a:cs typeface="Instrument Sans"/>
              </a:defRPr>
            </a:defPPr>
            <a:lvl1pPr>
              <a:buNone/>
              <a:defRPr sz="2400">
                <a:solidFill>
                  <a:srgbClr val="2A2A2A"/>
                </a:solidFill>
                <a:latin typeface="Instrument Sans"/>
                <a:ea typeface="Instrument Sans"/>
                <a:cs typeface="Instrument Sans"/>
              </a:defRPr>
            </a:lvl1pPr>
            <a:lvl2pPr>
              <a:buNone/>
              <a:defRPr sz="2400">
                <a:solidFill>
                  <a:srgbClr val="2A2A2A"/>
                </a:solidFill>
                <a:latin typeface="Instrument Sans"/>
                <a:ea typeface="Instrument Sans"/>
                <a:cs typeface="Instrument Sans"/>
              </a:defRPr>
            </a:lvl2pPr>
            <a:lvl3pPr>
              <a:buNone/>
              <a:defRPr sz="2400">
                <a:solidFill>
                  <a:srgbClr val="2A2A2A"/>
                </a:solidFill>
                <a:latin typeface="Instrument Sans"/>
                <a:ea typeface="Instrument Sans"/>
                <a:cs typeface="Instrument Sans"/>
              </a:defRPr>
            </a:lvl3pPr>
            <a:lvl4pPr>
              <a:buNone/>
              <a:defRPr sz="2400">
                <a:solidFill>
                  <a:srgbClr val="2A2A2A"/>
                </a:solidFill>
                <a:latin typeface="Instrument Sans"/>
                <a:ea typeface="Instrument Sans"/>
                <a:cs typeface="Instrument Sans"/>
              </a:defRPr>
            </a:lvl4pPr>
            <a:lvl5pPr>
              <a:buNone/>
              <a:defRPr sz="2400">
                <a:solidFill>
                  <a:srgbClr val="2A2A2A"/>
                </a:solidFill>
                <a:latin typeface="Instrument Sans"/>
                <a:ea typeface="Instrument Sans"/>
                <a:cs typeface="Instrument Sans"/>
              </a:defRPr>
            </a:lvl5pPr>
            <a:lvl6pPr>
              <a:buNone/>
              <a:defRPr sz="2400">
                <a:solidFill>
                  <a:srgbClr val="2A2A2A"/>
                </a:solidFill>
                <a:latin typeface="Instrument Sans"/>
                <a:ea typeface="Instrument Sans"/>
                <a:cs typeface="Instrument Sans"/>
              </a:defRPr>
            </a:lvl6pPr>
            <a:lvl7pPr>
              <a:buNone/>
              <a:defRPr sz="2400">
                <a:solidFill>
                  <a:srgbClr val="2A2A2A"/>
                </a:solidFill>
                <a:latin typeface="Instrument Sans"/>
                <a:ea typeface="Instrument Sans"/>
                <a:cs typeface="Instrument Sans"/>
              </a:defRPr>
            </a:lvl7pPr>
            <a:lvl8pPr>
              <a:buNone/>
              <a:defRPr sz="2400">
                <a:solidFill>
                  <a:srgbClr val="2A2A2A"/>
                </a:solidFill>
                <a:latin typeface="Instrument Sans"/>
                <a:ea typeface="Instrument Sans"/>
                <a:cs typeface="Instrument Sans"/>
              </a:defRPr>
            </a:lvl8pPr>
            <a:lvl9pPr>
              <a:buNone/>
              <a:defRPr sz="2400">
                <a:solidFill>
                  <a:srgbClr val="2A2A2A"/>
                </a:solidFill>
                <a:latin typeface="Instrument Sans"/>
                <a:ea typeface="Instrument Sans"/>
                <a:cs typeface="Instrument Sans"/>
              </a:defRPr>
            </a:lvl9pPr>
          </a:lstStyle>
          <a:p xmlns:a="http://schemas.openxmlformats.org/drawingml/2006/main">
            <a:pPr marL="411480" marR="0" lvl="0" indent="-411480" algn="l">
              <a:spcBef>
                <a:spcPts val="0"/>
              </a:spcBef>
              <a:spcAft>
                <a:spcPts val="0"/>
              </a:spcAft>
              <a:buClr>
                <a:srgbClr val="0F0F0F"/>
              </a:buClr>
              <a:buSzPts val="2400"/>
              <a:buFont typeface="Arial"/>
              <a:buChar char="►"/>
              <a:defRPr sz="2400">
                <a:solidFill>
                  <a:srgbClr val="2A2A2A"/>
                </a:solidFill>
                <a:latin typeface="Instrument Sans"/>
                <a:ea typeface="Instrument Sans"/>
                <a:cs typeface="Instrument Sans"/>
              </a:defRPr>
            </a:pPr>
            <a:r>
              <a:rPr sz="2400" b="0" i="0" u="none" strike="noStrike" cap="none">
                <a:solidFill>
                  <a:srgbClr val="2A2A2A"/>
                </a:solidFill>
                <a:latin typeface="Instrument Sans"/>
                <a:ea typeface="Instrument Sans"/>
                <a:cs typeface="Instrument Sans"/>
              </a:rPr>
              <a:t>Buyer Passport: prove ≥ €750k without revealing the certified balance.</a:t>
            </a:r>
            <a:endParaRPr/>
          </a:p>
          <a:p xmlns:a="http://schemas.openxmlformats.org/drawingml/2006/main">
            <a:pPr marL="411480" marR="0" lvl="0" indent="-411480" algn="l">
              <a:spcBef>
                <a:spcPts val="1000"/>
              </a:spcBef>
              <a:spcAft>
                <a:spcPts val="0"/>
              </a:spcAft>
              <a:buClr>
                <a:srgbClr val="0F0F0F"/>
              </a:buClr>
              <a:buSzPts val="2400"/>
              <a:buFont typeface="Arial"/>
              <a:buChar char="►"/>
              <a:defRPr sz="2400">
                <a:solidFill>
                  <a:srgbClr val="2A2A2A"/>
                </a:solidFill>
                <a:latin typeface="Instrument Sans"/>
                <a:ea typeface="Instrument Sans"/>
                <a:cs typeface="Instrument Sans"/>
              </a:defRPr>
            </a:pPr>
            <a:r>
              <a:rPr sz="2400" b="0" i="0" u="none" strike="noStrike" cap="none">
                <a:solidFill>
                  <a:srgbClr val="2A2A2A"/>
                </a:solidFill>
                <a:latin typeface="Instrument Sans"/>
                <a:ea typeface="Instrument Sans"/>
                <a:cs typeface="Instrument Sans"/>
              </a:rPr>
              <a:t>Property Passport: prove marketing authority while evidence stays private.</a:t>
            </a:r>
            <a:endParaRPr/>
          </a:p>
          <a:p xmlns:a="http://schemas.openxmlformats.org/drawingml/2006/main">
            <a:pPr marL="411480" marR="0" lvl="0" indent="-411480" algn="l">
              <a:spcBef>
                <a:spcPts val="1000"/>
              </a:spcBef>
              <a:spcAft>
                <a:spcPts val="0"/>
              </a:spcAft>
              <a:buClr>
                <a:srgbClr val="0F0F0F"/>
              </a:buClr>
              <a:buSzPts val="2400"/>
              <a:buFont typeface="Arial"/>
              <a:buChar char="►"/>
              <a:defRPr sz="2400">
                <a:solidFill>
                  <a:srgbClr val="2A2A2A"/>
                </a:solidFill>
                <a:latin typeface="Instrument Sans"/>
                <a:ea typeface="Instrument Sans"/>
                <a:cs typeface="Instrument Sans"/>
              </a:defRPr>
            </a:pPr>
            <a:r>
              <a:rPr sz="2400" b="0" i="0" u="none" strike="noStrike" cap="none">
                <a:solidFill>
                  <a:srgbClr val="2A2A2A"/>
                </a:solidFill>
                <a:latin typeface="Instrument Sans"/>
                <a:ea typeface="Instrument Sans"/>
                <a:cs typeface="Instrument Sans"/>
              </a:rPr>
              <a:t>Deal Passport: unlock the dossier after both checks and mutual consent.</a:t>
            </a:r>
            <a:endParaRPr/>
          </a:p>
        </p:txBody>
      </p:sp>
      <p:sp>
        <p:nvSpPr>
          <p:cNvPr id="114" name="Google Shape;114;p14">
            <a:extLst xmlns:a="http://schemas.openxmlformats.org/drawingml/2006/main">
              <a:ext uri="{FF2B5EF4-FFF2-40B4-BE49-F238E27FC236}">
                <a16:creationId xmlns:a16="http://schemas.microsoft.com/office/drawing/2014/main" id="{119145C6-24F2-490C-A942-7F294DD00FAB}"/>
              </a:ext>
            </a:extLst>
          </p:cNvPr>
          <p:cNvSpPr>
            <a:spLocks xmlns:a="http://schemas.openxmlformats.org/drawingml/2006/main" noGrp="1"/>
          </p:cNvSpPr>
          <p:nvPr/>
        </p:nvSpPr>
        <p:spPr>
          <a:xfrm xmlns:a="http://schemas.openxmlformats.org/drawingml/2006/main">
            <a:off x="914400" y="7086600"/>
            <a:ext cx="10789920" cy="1051560"/>
          </a:xfrm>
          <a:prstGeom xmlns:a="http://schemas.openxmlformats.org/drawingml/2006/main" prst="roundRect">
            <a:avLst>
              <a:gd name="adj" fmla="val 22000"/>
            </a:avLst>
          </a:prstGeom>
          <a:solidFill xmlns:a="http://schemas.openxmlformats.org/drawingml/2006/main">
            <a:srgbClr val="FFFFFF"/>
          </a:solidFill>
          <a:ln xmlns:a="http://schemas.openxmlformats.org/drawingml/2006/main" w="38100" cap="flat" cmpd="sng">
            <a:solidFill>
              <a:srgbClr val="FDDA24"/>
            </a:solidFill>
            <a:prstDash val="solid"/>
            <a:round/>
            <a:headEnd type="none" w="sm" len="sm"/>
            <a:tailEnd type="none" w="sm" len="sm"/>
          </a:ln>
        </p:spPr>
        <p:txBody>
          <a:bodyPr xmlns:a="http://schemas.openxmlformats.org/drawingml/2006/main" spcFirstLastPara="1" wrap="square" lIns="365750" tIns="0" rIns="365750" bIns="0" anchor="ctr">
            <a:noAutofit/>
          </a:bodyPr>
          <a:lstStyle xmlns:a="http://schemas.openxmlformats.org/drawingml/2006/main"/>
          <a:p xmlns:a="http://schemas.openxmlformats.org/drawingml/2006/main">
            <a:pPr marL="0" marR="0" lvl="0" indent="0" algn="l">
              <a:spcBef>
                <a:spcPts val="0"/>
              </a:spcBef>
              <a:spcAft>
                <a:spcPts val="0"/>
              </a:spcAft>
              <a:buNone/>
            </a:pPr>
            <a:r>
              <a:rPr sz="2400" b="1" i="0" u="none" strike="noStrike" cap="none">
                <a:solidFill>
                  <a:srgbClr val="0F0F0F"/>
                </a:solidFill>
                <a:latin typeface="Instrument Sans"/>
                <a:ea typeface="Instrument Sans"/>
                <a:cs typeface="Instrument Sans"/>
              </a:rPr>
              <a:t>€900k buyer qualifies. €400k and expired credentials fail.</a:t>
            </a:r>
            <a:endParaRPr/>
          </a:p>
          <a:p xmlns:a="http://schemas.openxmlformats.org/drawingml/2006/main">
            <a:pPr marL="0" marR="0" lvl="0" indent="0" algn="l">
              <a:spcBef>
                <a:spcPts val="0"/>
              </a:spcBef>
              <a:spcAft>
                <a:spcPts val="0"/>
              </a:spcAft>
              <a:buNone/>
            </a:pPr>
            <a:r>
              <a:rPr sz="2400" b="1" i="0" u="none" strike="noStrike" cap="none">
                <a:solidFill>
                  <a:srgbClr val="0F0F0F"/>
                </a:solidFill>
                <a:latin typeface="Instrument Sans"/>
                <a:ea typeface="Instrument Sans"/>
                <a:cs typeface="Instrument Sans"/>
              </a:rPr>
              <a:t>Mutual consent opens the dossier. Forgery and replay fail.</a:t>
            </a:r>
            <a:endParaRPr/>
          </a:p>
        </p:txBody>
      </p:sp>
      <p:sp>
        <p:nvSpPr>
          <p:cNvPr id="115" name="Google Shape;115;p14">
            <a:extLst xmlns:a="http://schemas.openxmlformats.org/drawingml/2006/main">
              <a:ext uri="{FF2B5EF4-FFF2-40B4-BE49-F238E27FC236}">
                <a16:creationId xmlns:a16="http://schemas.microsoft.com/office/drawing/2014/main" id="{0907B409-EB4C-4A63-8288-9089BBF80F81}"/>
              </a:ext>
            </a:extLst>
          </p:cNvPr>
          <p:cNvSpPr>
            <a:spLocks xmlns:a="http://schemas.openxmlformats.org/drawingml/2006/main" noGrp="1"/>
          </p:cNvSpPr>
          <p:nvPr/>
        </p:nvSpPr>
        <p:spPr>
          <a:xfrm xmlns:a="http://schemas.openxmlformats.org/drawingml/2006/main">
            <a:off x="12893040" y="4023360"/>
            <a:ext cx="4480560" cy="2597771"/>
          </a:xfrm>
          <a:custGeom xmlns:a="http://schemas.openxmlformats.org/drawingml/2006/main">
            <a:rect l="l" t="t" r="r" b="b"/>
            <a:pathLst>
              <a:path w="4480560" h="2597771">
                <a:moveTo>
                  <a:pt x="0" y="0"/>
                </a:moveTo>
                <a:lnTo>
                  <a:pt x="0" y="1000976"/>
                </a:lnTo>
                <a:lnTo>
                  <a:pt x="2240280" y="2597771"/>
                </a:lnTo>
                <a:lnTo>
                  <a:pt x="4480560" y="1000976"/>
                </a:lnTo>
                <a:lnTo>
                  <a:pt x="4480560" y="0"/>
                </a:lnTo>
                <a:lnTo>
                  <a:pt x="2240280" y="1358467"/>
                </a:lnTo>
                <a:close/>
              </a:path>
            </a:pathLst>
          </a:custGeom>
          <a:solidFill xmlns:a="http://schemas.openxmlformats.org/drawingml/2006/main">
            <a:srgbClr val="0F0F0F">
              <a:alpha val="7059"/>
            </a:srgbClr>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16" name="Google Shape;116;p14">
            <a:extLst xmlns:a="http://schemas.openxmlformats.org/drawingml/2006/main">
              <a:ext uri="{FF2B5EF4-FFF2-40B4-BE49-F238E27FC236}">
                <a16:creationId xmlns:a16="http://schemas.microsoft.com/office/drawing/2014/main" id="{CADFC95E-9482-46B0-AABD-F263E4F80973}"/>
              </a:ext>
            </a:extLst>
          </p:cNvPr>
          <p:cNvSpPr>
            <a:spLocks xmlns:a="http://schemas.openxmlformats.org/drawingml/2006/main" noGrp="1"/>
          </p:cNvSpPr>
          <p:nvPr/>
        </p:nvSpPr>
        <p:spPr>
          <a:xfrm xmlns:a="http://schemas.openxmlformats.org/drawingml/2006/main">
            <a:off x="12893040" y="5882315"/>
            <a:ext cx="1310802" cy="1620628"/>
          </a:xfrm>
          <a:custGeom xmlns:a="http://schemas.openxmlformats.org/drawingml/2006/main">
            <a:rect l="l" t="t" r="r" b="b"/>
            <a:pathLst>
              <a:path w="1310802" h="1620628">
                <a:moveTo>
                  <a:pt x="0" y="0"/>
                </a:moveTo>
                <a:lnTo>
                  <a:pt x="0" y="1620628"/>
                </a:lnTo>
                <a:lnTo>
                  <a:pt x="1310802" y="786482"/>
                </a:lnTo>
                <a:close/>
              </a:path>
            </a:pathLst>
          </a:custGeom>
          <a:solidFill xmlns:a="http://schemas.openxmlformats.org/drawingml/2006/main">
            <a:srgbClr val="0F0F0F">
              <a:alpha val="7059"/>
            </a:srgbClr>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17" name="Google Shape;117;p14">
            <a:extLst xmlns:a="http://schemas.openxmlformats.org/drawingml/2006/main">
              <a:ext uri="{FF2B5EF4-FFF2-40B4-BE49-F238E27FC236}">
                <a16:creationId xmlns:a16="http://schemas.microsoft.com/office/drawing/2014/main" id="{9CD542A6-8DEB-4898-A281-8402746B1D0E}"/>
              </a:ext>
            </a:extLst>
          </p:cNvPr>
          <p:cNvSpPr>
            <a:spLocks xmlns:a="http://schemas.openxmlformats.org/drawingml/2006/main" noGrp="1"/>
          </p:cNvSpPr>
          <p:nvPr/>
        </p:nvSpPr>
        <p:spPr>
          <a:xfrm xmlns:a="http://schemas.openxmlformats.org/drawingml/2006/main">
            <a:off x="16062797" y="5882315"/>
            <a:ext cx="1310803" cy="1620628"/>
          </a:xfrm>
          <a:custGeom xmlns:a="http://schemas.openxmlformats.org/drawingml/2006/main">
            <a:rect l="l" t="t" r="r" b="b"/>
            <a:pathLst>
              <a:path w="1310803" h="1620628">
                <a:moveTo>
                  <a:pt x="1310803" y="0"/>
                </a:moveTo>
                <a:lnTo>
                  <a:pt x="1310803" y="1620628"/>
                </a:lnTo>
                <a:lnTo>
                  <a:pt x="0" y="786482"/>
                </a:lnTo>
                <a:close/>
              </a:path>
            </a:pathLst>
          </a:custGeom>
          <a:solidFill xmlns:a="http://schemas.openxmlformats.org/drawingml/2006/main">
            <a:srgbClr val="0F0F0F">
              <a:alpha val="7059"/>
            </a:srgbClr>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18" name="Google Shape;118;p14">
            <a:extLst xmlns:a="http://schemas.openxmlformats.org/drawingml/2006/main">
              <a:ext uri="{FF2B5EF4-FFF2-40B4-BE49-F238E27FC236}">
                <a16:creationId xmlns:a16="http://schemas.microsoft.com/office/drawing/2014/main" id="{A3FE0BC3-2E75-4D4E-9B66-C1A94E6646F2}"/>
              </a:ext>
            </a:extLst>
          </p:cNvPr>
          <p:cNvSpPr>
            <a:spLocks xmlns:a="http://schemas.openxmlformats.org/drawingml/2006/main" noGrp="1"/>
          </p:cNvSpPr>
          <p:nvPr/>
        </p:nvSpPr>
        <p:spPr>
          <a:xfrm xmlns:a="http://schemas.openxmlformats.org/drawingml/2006/main" rot="5400000">
            <a:off x="15133320" y="7498079"/>
            <a:ext cx="502920" cy="502920"/>
          </a:xfrm>
          <a:prstGeom xmlns:a="http://schemas.openxmlformats.org/drawingml/2006/main" prst="triangle">
            <a:avLst>
              <a:gd name="adj" fmla="val 50000"/>
            </a:avLst>
          </a:prstGeom>
          <a:solidFill xmlns:a="http://schemas.openxmlformats.org/drawingml/2006/main">
            <a:srgbClr val="FDDA24"/>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19" name="Google Shape;119;p14">
            <a:extLst xmlns:a="http://schemas.openxmlformats.org/drawingml/2006/main">
              <a:ext uri="{FF2B5EF4-FFF2-40B4-BE49-F238E27FC236}">
                <a16:creationId xmlns:a16="http://schemas.microsoft.com/office/drawing/2014/main" id="{6A459216-0876-486B-B38E-114B6197E706}"/>
              </a:ext>
            </a:extLst>
          </p:cNvPr>
          <p:cNvSpPr>
            <a:spLocks xmlns:a="http://schemas.openxmlformats.org/drawingml/2006/main" noGrp="1"/>
          </p:cNvSpPr>
          <p:nvPr/>
        </p:nvSpPr>
        <p:spPr>
          <a:xfrm xmlns:a="http://schemas.openxmlformats.org/drawingml/2006/main" rot="5400000">
            <a:off x="15611094" y="7498079"/>
            <a:ext cx="502920" cy="502920"/>
          </a:xfrm>
          <a:prstGeom xmlns:a="http://schemas.openxmlformats.org/drawingml/2006/main" prst="triangle">
            <a:avLst>
              <a:gd name="adj" fmla="val 50000"/>
            </a:avLst>
          </a:prstGeom>
          <a:solidFill xmlns:a="http://schemas.openxmlformats.org/drawingml/2006/main">
            <a:srgbClr val="FDDA24">
              <a:alpha val="60000"/>
            </a:srgbClr>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20" name="Google Shape;120;p14">
            <a:extLst xmlns:a="http://schemas.openxmlformats.org/drawingml/2006/main">
              <a:ext uri="{FF2B5EF4-FFF2-40B4-BE49-F238E27FC236}">
                <a16:creationId xmlns:a16="http://schemas.microsoft.com/office/drawing/2014/main" id="{D457603E-45EF-4622-9F0F-76F2C3D6BE00}"/>
              </a:ext>
            </a:extLst>
          </p:cNvPr>
          <p:cNvSpPr>
            <a:spLocks xmlns:a="http://schemas.openxmlformats.org/drawingml/2006/main" noGrp="1"/>
          </p:cNvSpPr>
          <p:nvPr/>
        </p:nvSpPr>
        <p:spPr>
          <a:xfrm xmlns:a="http://schemas.openxmlformats.org/drawingml/2006/main" rot="5400000">
            <a:off x="16088867" y="7498079"/>
            <a:ext cx="502920" cy="502920"/>
          </a:xfrm>
          <a:prstGeom xmlns:a="http://schemas.openxmlformats.org/drawingml/2006/main" prst="triangle">
            <a:avLst>
              <a:gd name="adj" fmla="val 50000"/>
            </a:avLst>
          </a:prstGeom>
          <a:solidFill xmlns:a="http://schemas.openxmlformats.org/drawingml/2006/main">
            <a:srgbClr val="FDDA24">
              <a:alpha val="30196"/>
            </a:srgbClr>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21" name="Google Shape;121;p14">
            <a:extLst xmlns:a="http://schemas.openxmlformats.org/drawingml/2006/main">
              <a:ext uri="{FF2B5EF4-FFF2-40B4-BE49-F238E27FC236}">
                <a16:creationId xmlns:a16="http://schemas.microsoft.com/office/drawing/2014/main" id="{A9CA88B7-E994-43ED-8C8D-34932C8B4232}"/>
              </a:ext>
            </a:extLst>
          </p:cNvPr>
          <p:cNvSpPr>
            <a:spLocks xmlns:a="http://schemas.openxmlformats.org/drawingml/2006/main" noGrp="1"/>
          </p:cNvSpPr>
          <p:nvPr/>
        </p:nvSpPr>
        <p:spPr>
          <a:xfrm xmlns:a="http://schemas.openxmlformats.org/drawingml/2006/main">
            <a:off x="914400" y="8915400"/>
            <a:ext cx="16459200" cy="13716"/>
          </a:xfrm>
          <a:prstGeom xmlns:a="http://schemas.openxmlformats.org/drawingml/2006/main" prst="rect">
            <a:avLst/>
          </a:prstGeom>
          <a:solidFill xmlns:a="http://schemas.openxmlformats.org/drawingml/2006/main">
            <a:srgbClr val="DFDDD6"/>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22" name="Google Shape;122;p14">
            <a:extLst xmlns:a="http://schemas.openxmlformats.org/drawingml/2006/main">
              <a:ext uri="{FF2B5EF4-FFF2-40B4-BE49-F238E27FC236}">
                <a16:creationId xmlns:a16="http://schemas.microsoft.com/office/drawing/2014/main" id="{4BDFE980-D927-4EE4-ADDC-EA1789DB6742}"/>
              </a:ext>
            </a:extLst>
          </p:cNvPr>
          <p:cNvSpPr>
            <a:spLocks xmlns:a="http://schemas.openxmlformats.org/drawingml/2006/main" noGrp="1"/>
          </p:cNvSpPr>
          <p:nvPr/>
        </p:nvSpPr>
        <p:spPr>
          <a:xfrm xmlns:a="http://schemas.openxmlformats.org/drawingml/2006/main">
            <a:off x="914400" y="9253728"/>
            <a:ext cx="9144000" cy="320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spAutoFit/>
          </a:bodyPr>
          <a:lstStyle xmlns:a="http://schemas.openxmlformats.org/drawingml/2006/main"/>
          <a:p xmlns:a="http://schemas.openxmlformats.org/drawingml/2006/main">
            <a:pPr marL="0" marR="0" lvl="0" indent="0" algn="l">
              <a:spcBef>
                <a:spcPts val="0"/>
              </a:spcBef>
              <a:spcAft>
                <a:spcPts val="0"/>
              </a:spcAft>
              <a:buNone/>
            </a:pPr>
            <a:r>
              <a:rPr sz="1200" b="0" i="0" u="none" strike="noStrike" cap="none">
                <a:solidFill>
                  <a:srgbClr val="5C5C5C"/>
                </a:solidFill>
                <a:latin typeface="JetBrains Mono"/>
                <a:ea typeface="JetBrains Mono"/>
                <a:cs typeface="JetBrains Mono"/>
              </a:rPr>
              <a:t>© 2026 HackMeridian · Lisbon  ·  #HackMeridian26</a:t>
            </a:r>
            <a:endParaRPr/>
          </a:p>
        </p:txBody>
      </p:sp>
      <p:pic>
        <p:nvPicPr>
          <p:cNvPr id="123" name="Google Shape;123;p14">
            <a:extLst xmlns:a="http://schemas.openxmlformats.org/drawingml/2006/main">
              <a:ext uri="{FF2B5EF4-FFF2-40B4-BE49-F238E27FC236}">
                <a16:creationId xmlns:a16="http://schemas.microsoft.com/office/drawing/2014/main" id="{2BB916C7-82B9-4790-8256-6D75A0E574D5}"/>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5e3e4cb934244c8e">
            <a:alphaModFix/>
          </a:blip>
          <a:srcRect xmlns:a="http://schemas.openxmlformats.org/drawingml/2006/main" l="0" t="0" r="0" b="0"/>
          <a:stretch xmlns:a="http://schemas.openxmlformats.org/drawingml/2006/main"/>
        </p:blipFill>
        <p:spPr>
          <a:xfrm xmlns:a="http://schemas.openxmlformats.org/drawingml/2006/main">
            <a:off x="14859000" y="9171432"/>
            <a:ext cx="2517969" cy="438912"/>
          </a:xfrm>
          <a:prstGeom xmlns:a="http://schemas.openxmlformats.org/drawingml/2006/main" prst="rect">
            <a:avLst/>
          </a:prstGeom>
          <a:ln xmlns:a="http://schemas.openxmlformats.org/drawingml/2006/main">
            <a:noFill/>
          </a:ln>
        </p:spPr>
      </p:pic>
      <p:sp>
        <p:nvSpPr>
          <p:cNvPr id="124" name="MVP target / Synthetic credentials / Res">
            <a:extLst xmlns:a="http://schemas.openxmlformats.org/drawingml/2006/main">
              <a:ext uri="{FF2B5EF4-FFF2-40B4-BE49-F238E27FC236}">
                <a16:creationId xmlns:a16="http://schemas.microsoft.com/office/drawing/2014/main" id="{CDDD72DE-ED6D-40A2-B14F-4852985CDD99}"/>
              </a:ext>
            </a:extLst>
          </p:cNvPr>
          <p:cNvSpPr>
            <a:spLocks xmlns:a="http://schemas.openxmlformats.org/drawingml/2006/main" noGrp="1"/>
          </p:cNvSpPr>
          <p:nvPr/>
        </p:nvSpPr>
        <p:spPr>
          <a:xfrm xmlns:a="http://schemas.openxmlformats.org/drawingml/2006/main">
            <a:off x="914400" y="8420100"/>
            <a:ext cx="11430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00">
                <a:solidFill>
                  <a:srgbClr val="5C5C5C"/>
                </a:solidFill>
                <a:latin typeface="JetBrains Mono"/>
                <a:ea typeface="JetBrains Mono"/>
                <a:cs typeface="JetBrains Mono"/>
              </a:defRPr>
            </a:defPPr>
            <a:lvl1pPr>
              <a:buNone/>
              <a:defRPr sz="1400">
                <a:solidFill>
                  <a:srgbClr val="5C5C5C"/>
                </a:solidFill>
                <a:latin typeface="JetBrains Mono"/>
                <a:ea typeface="JetBrains Mono"/>
                <a:cs typeface="JetBrains Mono"/>
              </a:defRPr>
            </a:lvl1pPr>
            <a:lvl2pPr>
              <a:buNone/>
              <a:defRPr sz="1400">
                <a:solidFill>
                  <a:srgbClr val="5C5C5C"/>
                </a:solidFill>
                <a:latin typeface="JetBrains Mono"/>
                <a:ea typeface="JetBrains Mono"/>
                <a:cs typeface="JetBrains Mono"/>
              </a:defRPr>
            </a:lvl2pPr>
            <a:lvl3pPr>
              <a:buNone/>
              <a:defRPr sz="1400">
                <a:solidFill>
                  <a:srgbClr val="5C5C5C"/>
                </a:solidFill>
                <a:latin typeface="JetBrains Mono"/>
                <a:ea typeface="JetBrains Mono"/>
                <a:cs typeface="JetBrains Mono"/>
              </a:defRPr>
            </a:lvl3pPr>
            <a:lvl4pPr>
              <a:buNone/>
              <a:defRPr sz="1400">
                <a:solidFill>
                  <a:srgbClr val="5C5C5C"/>
                </a:solidFill>
                <a:latin typeface="JetBrains Mono"/>
                <a:ea typeface="JetBrains Mono"/>
                <a:cs typeface="JetBrains Mono"/>
              </a:defRPr>
            </a:lvl4pPr>
            <a:lvl5pPr>
              <a:buNone/>
              <a:defRPr sz="1400">
                <a:solidFill>
                  <a:srgbClr val="5C5C5C"/>
                </a:solidFill>
                <a:latin typeface="JetBrains Mono"/>
                <a:ea typeface="JetBrains Mono"/>
                <a:cs typeface="JetBrains Mono"/>
              </a:defRPr>
            </a:lvl5pPr>
            <a:lvl6pPr>
              <a:buNone/>
              <a:defRPr sz="1400">
                <a:solidFill>
                  <a:srgbClr val="5C5C5C"/>
                </a:solidFill>
                <a:latin typeface="JetBrains Mono"/>
                <a:ea typeface="JetBrains Mono"/>
                <a:cs typeface="JetBrains Mono"/>
              </a:defRPr>
            </a:lvl6pPr>
            <a:lvl7pPr>
              <a:buNone/>
              <a:defRPr sz="1400">
                <a:solidFill>
                  <a:srgbClr val="5C5C5C"/>
                </a:solidFill>
                <a:latin typeface="JetBrains Mono"/>
                <a:ea typeface="JetBrains Mono"/>
                <a:cs typeface="JetBrains Mono"/>
              </a:defRPr>
            </a:lvl7pPr>
            <a:lvl8pPr>
              <a:buNone/>
              <a:defRPr sz="1400">
                <a:solidFill>
                  <a:srgbClr val="5C5C5C"/>
                </a:solidFill>
                <a:latin typeface="JetBrains Mono"/>
                <a:ea typeface="JetBrains Mono"/>
                <a:cs typeface="JetBrains Mono"/>
              </a:defRPr>
            </a:lvl8pPr>
            <a:lvl9pPr>
              <a:buNone/>
              <a:defRPr sz="1400">
                <a:solidFill>
                  <a:srgbClr val="5C5C5C"/>
                </a:solidFill>
                <a:latin typeface="JetBrains Mono"/>
                <a:ea typeface="JetBrains Mono"/>
                <a:cs typeface="JetBrains Mono"/>
              </a:defRPr>
            </a:lvl9pPr>
          </a:lstStyle>
          <a:p xmlns:a="http://schemas.openxmlformats.org/drawingml/2006/main">
            <a:pPr>
              <a:buNone/>
              <a:defRPr sz="1400">
                <a:solidFill>
                  <a:srgbClr val="5C5C5C"/>
                </a:solidFill>
                <a:latin typeface="JetBrains Mono"/>
                <a:ea typeface="JetBrains Mono"/>
                <a:cs typeface="JetBrains Mono"/>
              </a:defRPr>
            </a:pPr>
            <a:r>
              <a:rPr sz="1400">
                <a:solidFill>
                  <a:srgbClr val="5C5C5C"/>
                </a:solidFill>
                <a:latin typeface="JetBrains Mono"/>
                <a:ea typeface="JetBrains Mono"/>
                <a:cs typeface="JetBrains Mono"/>
              </a:rPr>
              <a:t>Live Testnet MVP / Synthetic credentials / No real bank or registry integration</a:t>
            </a:r>
          </a:p>
        </p:txBody>
      </p:sp>
    </p:spTree>
    <p:extLst>
      <p:ext uri="{BB962C8B-B14F-4D97-AF65-F5344CB8AC3E}">
        <p14:creationId xmlns:p14="http://schemas.microsoft.com/office/powerpoint/2010/main" val="1647592227"/>
      </p:ext>
    </p:extLst>
  </p:cSld>
</p:sld>
</file>

<file path=ppt/slides/slide3.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128" name="Google Shape;128;p15">
            <a:extLst xmlns:a="http://schemas.openxmlformats.org/drawingml/2006/main">
              <a:ext uri="{FF2B5EF4-FFF2-40B4-BE49-F238E27FC236}">
                <a16:creationId xmlns:a16="http://schemas.microsoft.com/office/drawing/2014/main" id="{1CACCFF2-0859-4175-AD1A-FDB4040A99E5}"/>
              </a:ext>
            </a:extLst>
          </p:cNvPr>
          <p:cNvSpPr>
            <a:spLocks xmlns:a="http://schemas.openxmlformats.org/drawingml/2006/main" noGrp="1"/>
          </p:cNvSpPr>
          <p:nvPr/>
        </p:nvSpPr>
        <p:spPr>
          <a:xfrm xmlns:a="http://schemas.openxmlformats.org/drawingml/2006/main">
            <a:off x="0" y="0"/>
            <a:ext cx="18288000" cy="731520"/>
          </a:xfrm>
          <a:prstGeom xmlns:a="http://schemas.openxmlformats.org/drawingml/2006/main" prst="rect">
            <a:avLst/>
          </a:prstGeom>
          <a:solidFill xmlns:a="http://schemas.openxmlformats.org/drawingml/2006/main">
            <a:srgbClr val="0F0F0F"/>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29" name="Google Shape;129;p15">
            <a:extLst xmlns:a="http://schemas.openxmlformats.org/drawingml/2006/main">
              <a:ext uri="{FF2B5EF4-FFF2-40B4-BE49-F238E27FC236}">
                <a16:creationId xmlns:a16="http://schemas.microsoft.com/office/drawing/2014/main" id="{EA7AACF9-18C1-46D0-B3CF-6B42825C6B64}"/>
              </a:ext>
            </a:extLst>
          </p:cNvPr>
          <p:cNvSpPr>
            <a:spLocks xmlns:a="http://schemas.openxmlformats.org/drawingml/2006/main" noGrp="1"/>
          </p:cNvSpPr>
          <p:nvPr/>
        </p:nvSpPr>
        <p:spPr>
          <a:xfrm xmlns:a="http://schemas.openxmlformats.org/drawingml/2006/main">
            <a:off x="914400" y="201168"/>
            <a:ext cx="4572000" cy="213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spAutoFit/>
          </a:bodyPr>
          <a:lstStyle xmlns:a="http://schemas.openxmlformats.org/drawingml/2006/main"/>
          <a:p xmlns:a="http://schemas.openxmlformats.org/drawingml/2006/main">
            <a:pPr marL="0" marR="0" lvl="0" indent="0" algn="l">
              <a:spcBef>
                <a:spcPts val="0"/>
              </a:spcBef>
              <a:spcAft>
                <a:spcPts val="0"/>
              </a:spcAft>
              <a:buNone/>
            </a:pPr>
            <a:r>
              <a:rPr sz="1400" b="1" i="0" u="none" strike="noStrike" cap="none">
                <a:solidFill>
                  <a:srgbClr val="FDDA24"/>
                </a:solidFill>
                <a:latin typeface="JetBrains Mono"/>
                <a:ea typeface="JetBrains Mono"/>
                <a:cs typeface="JetBrains Mono"/>
              </a:rPr>
              <a:t>PLATFORM 03 / 06</a:t>
            </a:r>
            <a:endParaRPr/>
          </a:p>
        </p:txBody>
      </p:sp>
      <p:sp>
        <p:nvSpPr>
          <p:cNvPr id="130" name="Google Shape;130;p15">
            <a:extLst xmlns:a="http://schemas.openxmlformats.org/drawingml/2006/main">
              <a:ext uri="{FF2B5EF4-FFF2-40B4-BE49-F238E27FC236}">
                <a16:creationId xmlns:a16="http://schemas.microsoft.com/office/drawing/2014/main" id="{FE8A7E03-136E-4755-9831-C18A1B7BE522}"/>
              </a:ext>
            </a:extLst>
          </p:cNvPr>
          <p:cNvSpPr>
            <a:spLocks xmlns:a="http://schemas.openxmlformats.org/drawingml/2006/main" noGrp="1"/>
          </p:cNvSpPr>
          <p:nvPr/>
        </p:nvSpPr>
        <p:spPr>
          <a:xfrm xmlns:a="http://schemas.openxmlformats.org/drawingml/2006/main">
            <a:off x="5486400" y="201168"/>
            <a:ext cx="7315200" cy="329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spAutoFit/>
          </a:bodyPr>
          <a:lstStyle xmlns:a="http://schemas.openxmlformats.org/drawingml/2006/main"/>
          <a:p xmlns:a="http://schemas.openxmlformats.org/drawingml/2006/main">
            <a:pPr marL="0" marR="0" lvl="0" indent="0" algn="ctr">
              <a:spcBef>
                <a:spcPts val="0"/>
              </a:spcBef>
              <a:spcAft>
                <a:spcPts val="0"/>
              </a:spcAft>
              <a:buNone/>
            </a:pPr>
            <a:r>
              <a:rPr sz="1400" b="1" i="0" u="none" strike="noStrike" cap="none">
                <a:solidFill>
                  <a:srgbClr val="FFFFFF"/>
                </a:solidFill>
                <a:latin typeface="JetBrains Mono"/>
                <a:ea typeface="JetBrains Mono"/>
                <a:cs typeface="JetBrains Mono"/>
              </a:rPr>
              <a:t>HACKMERIDIAN 2026 · LISBON</a:t>
            </a:r>
            <a:endParaRPr/>
          </a:p>
        </p:txBody>
      </p:sp>
      <p:sp>
        <p:nvSpPr>
          <p:cNvPr id="131" name="Google Shape;131;p15">
            <a:extLst xmlns:a="http://schemas.openxmlformats.org/drawingml/2006/main">
              <a:ext uri="{FF2B5EF4-FFF2-40B4-BE49-F238E27FC236}">
                <a16:creationId xmlns:a16="http://schemas.microsoft.com/office/drawing/2014/main" id="{5BC347B0-B6EC-4692-81F3-207EACA60607}"/>
              </a:ext>
            </a:extLst>
          </p:cNvPr>
          <p:cNvSpPr>
            <a:spLocks xmlns:a="http://schemas.openxmlformats.org/drawingml/2006/main" noGrp="1"/>
          </p:cNvSpPr>
          <p:nvPr/>
        </p:nvSpPr>
        <p:spPr>
          <a:xfrm xmlns:a="http://schemas.openxmlformats.org/drawingml/2006/main">
            <a:off x="12801600" y="201168"/>
            <a:ext cx="4572000" cy="213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spAutoFit/>
          </a:bodyPr>
          <a:lstStyle xmlns:a="http://schemas.openxmlformats.org/drawingml/2006/main"/>
          <a:p xmlns:a="http://schemas.openxmlformats.org/drawingml/2006/main">
            <a:pPr marL="0" marR="0" lvl="0" indent="0" algn="r">
              <a:spcBef>
                <a:spcPts val="0"/>
              </a:spcBef>
              <a:spcAft>
                <a:spcPts val="0"/>
              </a:spcAft>
              <a:buNone/>
            </a:pPr>
            <a:r>
              <a:rPr sz="1400" b="1" i="0" u="none" strike="noStrike" cap="none">
                <a:solidFill>
                  <a:srgbClr val="FFFFFF"/>
                </a:solidFill>
                <a:latin typeface="JetBrains Mono"/>
                <a:ea typeface="JetBrains Mono"/>
                <a:cs typeface="JetBrains Mono"/>
              </a:rPr>
              <a:t>NEXT ▸ MARKET &amp; NOVELTY</a:t>
            </a:r>
            <a:endParaRPr/>
          </a:p>
        </p:txBody>
      </p:sp>
      <p:sp>
        <p:nvSpPr>
          <p:cNvPr id="132" name="Google Shape;132;p15">
            <a:extLst xmlns:a="http://schemas.openxmlformats.org/drawingml/2006/main">
              <a:ext uri="{FF2B5EF4-FFF2-40B4-BE49-F238E27FC236}">
                <a16:creationId xmlns:a16="http://schemas.microsoft.com/office/drawing/2014/main" id="{F8A13CF1-A25D-4E32-8102-EFA29F5F2016}"/>
              </a:ext>
            </a:extLst>
          </p:cNvPr>
          <p:cNvSpPr>
            <a:spLocks xmlns:a="http://schemas.openxmlformats.org/drawingml/2006/main" noGrp="1"/>
          </p:cNvSpPr>
          <p:nvPr/>
        </p:nvSpPr>
        <p:spPr>
          <a:xfrm xmlns:a="http://schemas.openxmlformats.org/drawingml/2006/main">
            <a:off x="914400" y="1417320"/>
            <a:ext cx="2651760" cy="475488"/>
          </a:xfrm>
          <a:prstGeom xmlns:a="http://schemas.openxmlformats.org/drawingml/2006/main" prst="roundRect">
            <a:avLst>
              <a:gd name="adj" fmla="val 50000"/>
            </a:avLst>
          </a:prstGeom>
          <a:solidFill xmlns:a="http://schemas.openxmlformats.org/drawingml/2006/main">
            <a:srgbClr val="FDDA24"/>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None/>
            </a:pPr>
            <a:r>
              <a:rPr sz="1200" b="1" i="0" u="none" strike="noStrike" cap="none">
                <a:solidFill>
                  <a:srgbClr val="0F0F0F"/>
                </a:solidFill>
                <a:latin typeface="JetBrains Mono"/>
                <a:ea typeface="JetBrains Mono"/>
                <a:cs typeface="JetBrains Mono"/>
              </a:rPr>
              <a:t>PITCH STEP 02 / 04</a:t>
            </a:r>
            <a:endParaRPr/>
          </a:p>
        </p:txBody>
      </p:sp>
      <p:sp>
        <p:nvSpPr>
          <p:cNvPr id="133" name="Google Shape;133;p15">
            <a:extLst xmlns:a="http://schemas.openxmlformats.org/drawingml/2006/main">
              <a:ext uri="{FF2B5EF4-FFF2-40B4-BE49-F238E27FC236}">
                <a16:creationId xmlns:a16="http://schemas.microsoft.com/office/drawing/2014/main" id="{F9D48B34-6046-4D6A-84F4-E543FF41D241}"/>
              </a:ext>
            </a:extLst>
          </p:cNvPr>
          <p:cNvSpPr>
            <a:spLocks xmlns:a="http://schemas.openxmlformats.org/drawingml/2006/main" noGrp="1"/>
          </p:cNvSpPr>
          <p:nvPr/>
        </p:nvSpPr>
        <p:spPr>
          <a:xfrm xmlns:a="http://schemas.openxmlformats.org/drawingml/2006/main">
            <a:off x="914400" y="2103120"/>
            <a:ext cx="16459200" cy="1371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l">
              <a:spcBef>
                <a:spcPts val="0"/>
              </a:spcBef>
              <a:spcAft>
                <a:spcPts val="0"/>
              </a:spcAft>
              <a:buNone/>
            </a:pPr>
            <a:r>
              <a:rPr sz="10000" b="1" i="0" u="none" strike="noStrike" cap="none">
                <a:solidFill>
                  <a:srgbClr val="0F0F0F"/>
                </a:solidFill>
                <a:latin typeface="Inter Tight"/>
                <a:ea typeface="Inter Tight"/>
                <a:cs typeface="Inter Tight"/>
              </a:rPr>
              <a:t>PMF</a:t>
            </a:r>
            <a:endParaRPr/>
          </a:p>
        </p:txBody>
      </p:sp>
      <p:sp>
        <p:nvSpPr>
          <p:cNvPr id="134" name="Google Shape;134;p15">
            <a:extLst xmlns:a="http://schemas.openxmlformats.org/drawingml/2006/main">
              <a:ext uri="{FF2B5EF4-FFF2-40B4-BE49-F238E27FC236}">
                <a16:creationId xmlns:a16="http://schemas.microsoft.com/office/drawing/2014/main" id="{46711E22-7820-4DB1-B281-EECD6361D54B}"/>
              </a:ext>
            </a:extLst>
          </p:cNvPr>
          <p:cNvSpPr>
            <a:spLocks xmlns:a="http://schemas.openxmlformats.org/drawingml/2006/main" noGrp="1"/>
          </p:cNvSpPr>
          <p:nvPr/>
        </p:nvSpPr>
        <p:spPr>
          <a:xfrm xmlns:a="http://schemas.openxmlformats.org/drawingml/2006/main">
            <a:off x="914400" y="3931920"/>
            <a:ext cx="10972800" cy="4267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l">
              <a:spcBef>
                <a:spcPts val="0"/>
              </a:spcBef>
              <a:spcAft>
                <a:spcPts val="0"/>
              </a:spcAft>
              <a:buNone/>
            </a:pPr>
            <a:r>
              <a:rPr sz="2800" b="1" i="0" u="none" strike="noStrike" cap="none">
                <a:solidFill>
                  <a:srgbClr val="0F0F0F"/>
                </a:solidFill>
                <a:latin typeface="Instrument Sans"/>
                <a:ea typeface="Instrument Sans"/>
                <a:cs typeface="Instrument Sans"/>
              </a:rPr>
              <a:t>Private deals stall when neither side wants to reveal first.</a:t>
            </a:r>
            <a:endParaRPr/>
          </a:p>
        </p:txBody>
      </p:sp>
      <p:sp>
        <p:nvSpPr>
          <p:cNvPr id="135" name="Google Shape;135;p15">
            <a:extLst xmlns:a="http://schemas.openxmlformats.org/drawingml/2006/main">
              <a:ext uri="{FF2B5EF4-FFF2-40B4-BE49-F238E27FC236}">
                <a16:creationId xmlns:a16="http://schemas.microsoft.com/office/drawing/2014/main" id="{C9CD2F9F-16B4-4510-9D95-C313CC3C4553}"/>
              </a:ext>
            </a:extLst>
          </p:cNvPr>
          <p:cNvSpPr>
            <a:spLocks xmlns:a="http://schemas.openxmlformats.org/drawingml/2006/main" noGrp="1"/>
          </p:cNvSpPr>
          <p:nvPr/>
        </p:nvSpPr>
        <p:spPr>
          <a:xfrm xmlns:a="http://schemas.openxmlformats.org/drawingml/2006/main">
            <a:off x="914400" y="4709160"/>
            <a:ext cx="11612880" cy="13512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defRPr sz="2400">
                <a:solidFill>
                  <a:srgbClr val="2A2A2A"/>
                </a:solidFill>
                <a:latin typeface="Instrument Sans"/>
                <a:ea typeface="Instrument Sans"/>
                <a:cs typeface="Instrument Sans"/>
              </a:defRPr>
            </a:defPPr>
            <a:lvl1pPr>
              <a:buNone/>
              <a:defRPr sz="2400">
                <a:solidFill>
                  <a:srgbClr val="2A2A2A"/>
                </a:solidFill>
                <a:latin typeface="Instrument Sans"/>
                <a:ea typeface="Instrument Sans"/>
                <a:cs typeface="Instrument Sans"/>
              </a:defRPr>
            </a:lvl1pPr>
            <a:lvl2pPr>
              <a:buNone/>
              <a:defRPr sz="2400">
                <a:solidFill>
                  <a:srgbClr val="2A2A2A"/>
                </a:solidFill>
                <a:latin typeface="Instrument Sans"/>
                <a:ea typeface="Instrument Sans"/>
                <a:cs typeface="Instrument Sans"/>
              </a:defRPr>
            </a:lvl2pPr>
            <a:lvl3pPr>
              <a:buNone/>
              <a:defRPr sz="2400">
                <a:solidFill>
                  <a:srgbClr val="2A2A2A"/>
                </a:solidFill>
                <a:latin typeface="Instrument Sans"/>
                <a:ea typeface="Instrument Sans"/>
                <a:cs typeface="Instrument Sans"/>
              </a:defRPr>
            </a:lvl3pPr>
            <a:lvl4pPr>
              <a:buNone/>
              <a:defRPr sz="2400">
                <a:solidFill>
                  <a:srgbClr val="2A2A2A"/>
                </a:solidFill>
                <a:latin typeface="Instrument Sans"/>
                <a:ea typeface="Instrument Sans"/>
                <a:cs typeface="Instrument Sans"/>
              </a:defRPr>
            </a:lvl4pPr>
            <a:lvl5pPr>
              <a:buNone/>
              <a:defRPr sz="2400">
                <a:solidFill>
                  <a:srgbClr val="2A2A2A"/>
                </a:solidFill>
                <a:latin typeface="Instrument Sans"/>
                <a:ea typeface="Instrument Sans"/>
                <a:cs typeface="Instrument Sans"/>
              </a:defRPr>
            </a:lvl5pPr>
            <a:lvl6pPr>
              <a:buNone/>
              <a:defRPr sz="2400">
                <a:solidFill>
                  <a:srgbClr val="2A2A2A"/>
                </a:solidFill>
                <a:latin typeface="Instrument Sans"/>
                <a:ea typeface="Instrument Sans"/>
                <a:cs typeface="Instrument Sans"/>
              </a:defRPr>
            </a:lvl6pPr>
            <a:lvl7pPr>
              <a:buNone/>
              <a:defRPr sz="2400">
                <a:solidFill>
                  <a:srgbClr val="2A2A2A"/>
                </a:solidFill>
                <a:latin typeface="Instrument Sans"/>
                <a:ea typeface="Instrument Sans"/>
                <a:cs typeface="Instrument Sans"/>
              </a:defRPr>
            </a:lvl7pPr>
            <a:lvl8pPr>
              <a:buNone/>
              <a:defRPr sz="2400">
                <a:solidFill>
                  <a:srgbClr val="2A2A2A"/>
                </a:solidFill>
                <a:latin typeface="Instrument Sans"/>
                <a:ea typeface="Instrument Sans"/>
                <a:cs typeface="Instrument Sans"/>
              </a:defRPr>
            </a:lvl8pPr>
            <a:lvl9pPr>
              <a:buNone/>
              <a:defRPr sz="2400">
                <a:solidFill>
                  <a:srgbClr val="2A2A2A"/>
                </a:solidFill>
                <a:latin typeface="Instrument Sans"/>
                <a:ea typeface="Instrument Sans"/>
                <a:cs typeface="Instrument Sans"/>
              </a:defRPr>
            </a:lvl9pPr>
          </a:lstStyle>
          <a:p xmlns:a="http://schemas.openxmlformats.org/drawingml/2006/main">
            <a:pPr marL="411480" marR="0" lvl="0" indent="-411480" algn="l">
              <a:spcBef>
                <a:spcPts val="0"/>
              </a:spcBef>
              <a:spcAft>
                <a:spcPts val="0"/>
              </a:spcAft>
              <a:buClr>
                <a:srgbClr val="0F0F0F"/>
              </a:buClr>
              <a:buSzPts val="2400"/>
              <a:buFont typeface="Arial"/>
              <a:buChar char="►"/>
              <a:defRPr sz="2400">
                <a:solidFill>
                  <a:srgbClr val="2A2A2A"/>
                </a:solidFill>
                <a:latin typeface="Instrument Sans"/>
                <a:ea typeface="Instrument Sans"/>
                <a:cs typeface="Instrument Sans"/>
              </a:defRPr>
            </a:pPr>
            <a:r>
              <a:rPr sz="2400" b="0" i="0" u="none" strike="noStrike" cap="none">
                <a:solidFill>
                  <a:srgbClr val="2A2A2A"/>
                </a:solidFill>
                <a:latin typeface="Instrument Sans"/>
                <a:ea typeface="Instrument Sans"/>
                <a:cs typeface="Instrument Sans"/>
              </a:rPr>
              <a:t>Customer: off-market platforms and licensed brokers in Portugal.</a:t>
            </a:r>
            <a:endParaRPr/>
          </a:p>
          <a:p xmlns:a="http://schemas.openxmlformats.org/drawingml/2006/main">
            <a:pPr marL="411480" marR="0" lvl="0" indent="-411480" algn="l">
              <a:spcBef>
                <a:spcPts val="1000"/>
              </a:spcBef>
              <a:spcAft>
                <a:spcPts val="0"/>
              </a:spcAft>
              <a:buClr>
                <a:srgbClr val="0F0F0F"/>
              </a:buClr>
              <a:buSzPts val="2400"/>
              <a:buFont typeface="Arial"/>
              <a:buChar char="►"/>
              <a:defRPr sz="2400">
                <a:solidFill>
                  <a:srgbClr val="2A2A2A"/>
                </a:solidFill>
                <a:latin typeface="Instrument Sans"/>
                <a:ea typeface="Instrument Sans"/>
                <a:cs typeface="Instrument Sans"/>
              </a:defRPr>
            </a:pPr>
            <a:r>
              <a:rPr sz="2400" b="0" i="0" u="none" strike="noStrike" cap="none">
                <a:solidFill>
                  <a:srgbClr val="2A2A2A"/>
                </a:solidFill>
                <a:latin typeface="Instrument Sans"/>
                <a:ea typeface="Instrument Sans"/>
                <a:cs typeface="Instrument Sans"/>
              </a:rPr>
              <a:t>Pain: repeated proof-of-funds checks and premature document sharing.</a:t>
            </a:r>
            <a:endParaRPr/>
          </a:p>
          <a:p xmlns:a="http://schemas.openxmlformats.org/drawingml/2006/main">
            <a:pPr marL="411480" marR="0" lvl="0" indent="-411480" algn="l">
              <a:spcBef>
                <a:spcPts val="1000"/>
              </a:spcBef>
              <a:spcAft>
                <a:spcPts val="0"/>
              </a:spcAft>
              <a:buClr>
                <a:srgbClr val="0F0F0F"/>
              </a:buClr>
              <a:buSzPts val="2400"/>
              <a:buFont typeface="Arial"/>
              <a:buChar char="►"/>
              <a:defRPr sz="2400">
                <a:solidFill>
                  <a:srgbClr val="2A2A2A"/>
                </a:solidFill>
                <a:latin typeface="Instrument Sans"/>
                <a:ea typeface="Instrument Sans"/>
                <a:cs typeface="Instrument Sans"/>
              </a:defRPr>
            </a:pPr>
            <a:r>
              <a:rPr sz="2400" b="0" i="0" u="none" strike="noStrike" cap="none">
                <a:solidFill>
                  <a:srgbClr val="2A2A2A"/>
                </a:solidFill>
                <a:latin typeface="Instrument Sans"/>
                <a:ea typeface="Instrument Sans"/>
                <a:cs typeface="Instrument Sans"/>
              </a:rPr>
              <a:t>Pilot pricing hypothesis: €89/month or per-verification fees.</a:t>
            </a:r>
            <a:endParaRPr/>
          </a:p>
        </p:txBody>
      </p:sp>
      <p:sp>
        <p:nvSpPr>
          <p:cNvPr id="136" name="Google Shape;136;p15">
            <a:extLst xmlns:a="http://schemas.openxmlformats.org/drawingml/2006/main">
              <a:ext uri="{FF2B5EF4-FFF2-40B4-BE49-F238E27FC236}">
                <a16:creationId xmlns:a16="http://schemas.microsoft.com/office/drawing/2014/main" id="{4050DBC0-6091-47E0-B7A9-EAA8BCA99F7A}"/>
              </a:ext>
            </a:extLst>
          </p:cNvPr>
          <p:cNvSpPr>
            <a:spLocks xmlns:a="http://schemas.openxmlformats.org/drawingml/2006/main" noGrp="1"/>
          </p:cNvSpPr>
          <p:nvPr/>
        </p:nvSpPr>
        <p:spPr>
          <a:xfrm xmlns:a="http://schemas.openxmlformats.org/drawingml/2006/main">
            <a:off x="914400" y="7086600"/>
            <a:ext cx="10789920" cy="1051560"/>
          </a:xfrm>
          <a:prstGeom xmlns:a="http://schemas.openxmlformats.org/drawingml/2006/main" prst="roundRect">
            <a:avLst>
              <a:gd name="adj" fmla="val 22000"/>
            </a:avLst>
          </a:prstGeom>
          <a:solidFill xmlns:a="http://schemas.openxmlformats.org/drawingml/2006/main">
            <a:srgbClr val="FFFFFF"/>
          </a:solidFill>
          <a:ln xmlns:a="http://schemas.openxmlformats.org/drawingml/2006/main" w="38100" cap="flat" cmpd="sng">
            <a:solidFill>
              <a:srgbClr val="FDDA24"/>
            </a:solidFill>
            <a:prstDash val="solid"/>
            <a:round/>
            <a:headEnd type="none" w="sm" len="sm"/>
            <a:tailEnd type="none" w="sm" len="sm"/>
          </a:ln>
        </p:spPr>
        <p:txBody>
          <a:bodyPr xmlns:a="http://schemas.openxmlformats.org/drawingml/2006/main" spcFirstLastPara="1" wrap="square" lIns="365750" tIns="0" rIns="365750" bIns="0" anchor="ctr">
            <a:noAutofit/>
          </a:bodyPr>
          <a:lstStyle xmlns:a="http://schemas.openxmlformats.org/drawingml/2006/main"/>
          <a:p xmlns:a="http://schemas.openxmlformats.org/drawingml/2006/main">
            <a:pPr marL="0" marR="0" lvl="0" indent="0" algn="l">
              <a:spcBef>
                <a:spcPts val="0"/>
              </a:spcBef>
              <a:spcAft>
                <a:spcPts val="0"/>
              </a:spcAft>
              <a:buNone/>
            </a:pPr>
            <a:r>
              <a:rPr sz="2400" b="1" i="0" u="none" strike="noStrike" cap="none">
                <a:solidFill>
                  <a:srgbClr val="0F0F0F"/>
                </a:solidFill>
                <a:latin typeface="Instrument Sans"/>
                <a:ea typeface="Instrument Sans"/>
                <a:cs typeface="Instrument Sans"/>
              </a:rPr>
              <a:t>Portugal, 2025: 169,812 home sales / €41.2B</a:t>
            </a:r>
            <a:endParaRPr/>
          </a:p>
          <a:p xmlns:a="http://schemas.openxmlformats.org/drawingml/2006/main">
            <a:pPr marL="0" marR="0" lvl="0" indent="0" algn="l">
              <a:spcBef>
                <a:spcPts val="0"/>
              </a:spcBef>
              <a:spcAft>
                <a:spcPts val="0"/>
              </a:spcAft>
              <a:buNone/>
            </a:pPr>
            <a:r>
              <a:rPr sz="2400" b="1" i="0" u="none" strike="noStrike" cap="none">
                <a:solidFill>
                  <a:srgbClr val="0F0F0F"/>
                </a:solidFill>
                <a:latin typeface="Instrument Sans"/>
                <a:ea typeface="Instrument Sans"/>
                <a:cs typeface="Instrument Sans"/>
              </a:rPr>
              <a:t>All home sales. Market context only. PMF remains unvalidated.</a:t>
            </a:r>
            <a:endParaRPr/>
          </a:p>
        </p:txBody>
      </p:sp>
      <p:sp>
        <p:nvSpPr>
          <p:cNvPr id="137" name="Google Shape;137;p15">
            <a:extLst xmlns:a="http://schemas.openxmlformats.org/drawingml/2006/main">
              <a:ext uri="{FF2B5EF4-FFF2-40B4-BE49-F238E27FC236}">
                <a16:creationId xmlns:a16="http://schemas.microsoft.com/office/drawing/2014/main" id="{74F228A4-C746-4172-9FB0-86AEC9DA356F}"/>
              </a:ext>
            </a:extLst>
          </p:cNvPr>
          <p:cNvSpPr>
            <a:spLocks xmlns:a="http://schemas.openxmlformats.org/drawingml/2006/main" noGrp="1"/>
          </p:cNvSpPr>
          <p:nvPr/>
        </p:nvSpPr>
        <p:spPr>
          <a:xfrm xmlns:a="http://schemas.openxmlformats.org/drawingml/2006/main">
            <a:off x="12893040" y="4023360"/>
            <a:ext cx="4480560" cy="2597771"/>
          </a:xfrm>
          <a:custGeom xmlns:a="http://schemas.openxmlformats.org/drawingml/2006/main">
            <a:rect l="l" t="t" r="r" b="b"/>
            <a:pathLst>
              <a:path w="4480560" h="2597771">
                <a:moveTo>
                  <a:pt x="0" y="0"/>
                </a:moveTo>
                <a:lnTo>
                  <a:pt x="0" y="1000976"/>
                </a:lnTo>
                <a:lnTo>
                  <a:pt x="2240280" y="2597771"/>
                </a:lnTo>
                <a:lnTo>
                  <a:pt x="4480560" y="1000976"/>
                </a:lnTo>
                <a:lnTo>
                  <a:pt x="4480560" y="0"/>
                </a:lnTo>
                <a:lnTo>
                  <a:pt x="2240280" y="1358467"/>
                </a:lnTo>
                <a:close/>
              </a:path>
            </a:pathLst>
          </a:custGeom>
          <a:solidFill xmlns:a="http://schemas.openxmlformats.org/drawingml/2006/main">
            <a:srgbClr val="0F0F0F">
              <a:alpha val="7059"/>
            </a:srgbClr>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38" name="Google Shape;138;p15">
            <a:extLst xmlns:a="http://schemas.openxmlformats.org/drawingml/2006/main">
              <a:ext uri="{FF2B5EF4-FFF2-40B4-BE49-F238E27FC236}">
                <a16:creationId xmlns:a16="http://schemas.microsoft.com/office/drawing/2014/main" id="{2E0B6FF8-3448-46FD-9EA1-839F36DB9CA0}"/>
              </a:ext>
            </a:extLst>
          </p:cNvPr>
          <p:cNvSpPr>
            <a:spLocks xmlns:a="http://schemas.openxmlformats.org/drawingml/2006/main" noGrp="1"/>
          </p:cNvSpPr>
          <p:nvPr/>
        </p:nvSpPr>
        <p:spPr>
          <a:xfrm xmlns:a="http://schemas.openxmlformats.org/drawingml/2006/main">
            <a:off x="12893040" y="5882315"/>
            <a:ext cx="1310802" cy="1620628"/>
          </a:xfrm>
          <a:custGeom xmlns:a="http://schemas.openxmlformats.org/drawingml/2006/main">
            <a:rect l="l" t="t" r="r" b="b"/>
            <a:pathLst>
              <a:path w="1310802" h="1620628">
                <a:moveTo>
                  <a:pt x="0" y="0"/>
                </a:moveTo>
                <a:lnTo>
                  <a:pt x="0" y="1620628"/>
                </a:lnTo>
                <a:lnTo>
                  <a:pt x="1310802" y="786482"/>
                </a:lnTo>
                <a:close/>
              </a:path>
            </a:pathLst>
          </a:custGeom>
          <a:solidFill xmlns:a="http://schemas.openxmlformats.org/drawingml/2006/main">
            <a:srgbClr val="0F0F0F">
              <a:alpha val="7059"/>
            </a:srgbClr>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39" name="Google Shape;139;p15">
            <a:extLst xmlns:a="http://schemas.openxmlformats.org/drawingml/2006/main">
              <a:ext uri="{FF2B5EF4-FFF2-40B4-BE49-F238E27FC236}">
                <a16:creationId xmlns:a16="http://schemas.microsoft.com/office/drawing/2014/main" id="{B8FB9B13-CCB3-4F02-B634-D4975EA775EB}"/>
              </a:ext>
            </a:extLst>
          </p:cNvPr>
          <p:cNvSpPr>
            <a:spLocks xmlns:a="http://schemas.openxmlformats.org/drawingml/2006/main" noGrp="1"/>
          </p:cNvSpPr>
          <p:nvPr/>
        </p:nvSpPr>
        <p:spPr>
          <a:xfrm xmlns:a="http://schemas.openxmlformats.org/drawingml/2006/main">
            <a:off x="16062797" y="5882315"/>
            <a:ext cx="1310803" cy="1620628"/>
          </a:xfrm>
          <a:custGeom xmlns:a="http://schemas.openxmlformats.org/drawingml/2006/main">
            <a:rect l="l" t="t" r="r" b="b"/>
            <a:pathLst>
              <a:path w="1310803" h="1620628">
                <a:moveTo>
                  <a:pt x="1310803" y="0"/>
                </a:moveTo>
                <a:lnTo>
                  <a:pt x="1310803" y="1620628"/>
                </a:lnTo>
                <a:lnTo>
                  <a:pt x="0" y="786482"/>
                </a:lnTo>
                <a:close/>
              </a:path>
            </a:pathLst>
          </a:custGeom>
          <a:solidFill xmlns:a="http://schemas.openxmlformats.org/drawingml/2006/main">
            <a:srgbClr val="0F0F0F">
              <a:alpha val="7059"/>
            </a:srgbClr>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40" name="Google Shape;140;p15">
            <a:extLst xmlns:a="http://schemas.openxmlformats.org/drawingml/2006/main">
              <a:ext uri="{FF2B5EF4-FFF2-40B4-BE49-F238E27FC236}">
                <a16:creationId xmlns:a16="http://schemas.microsoft.com/office/drawing/2014/main" id="{C412191C-F8EC-4378-B412-8AB4044C6565}"/>
              </a:ext>
            </a:extLst>
          </p:cNvPr>
          <p:cNvSpPr>
            <a:spLocks xmlns:a="http://schemas.openxmlformats.org/drawingml/2006/main" noGrp="1"/>
          </p:cNvSpPr>
          <p:nvPr/>
        </p:nvSpPr>
        <p:spPr>
          <a:xfrm xmlns:a="http://schemas.openxmlformats.org/drawingml/2006/main" rot="5400000">
            <a:off x="15133320" y="7498079"/>
            <a:ext cx="502920" cy="502920"/>
          </a:xfrm>
          <a:prstGeom xmlns:a="http://schemas.openxmlformats.org/drawingml/2006/main" prst="triangle">
            <a:avLst>
              <a:gd name="adj" fmla="val 50000"/>
            </a:avLst>
          </a:prstGeom>
          <a:solidFill xmlns:a="http://schemas.openxmlformats.org/drawingml/2006/main">
            <a:srgbClr val="FDDA24"/>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41" name="Google Shape;141;p15">
            <a:extLst xmlns:a="http://schemas.openxmlformats.org/drawingml/2006/main">
              <a:ext uri="{FF2B5EF4-FFF2-40B4-BE49-F238E27FC236}">
                <a16:creationId xmlns:a16="http://schemas.microsoft.com/office/drawing/2014/main" id="{9CE10CBE-059A-4300-9838-5EDF75E014D4}"/>
              </a:ext>
            </a:extLst>
          </p:cNvPr>
          <p:cNvSpPr>
            <a:spLocks xmlns:a="http://schemas.openxmlformats.org/drawingml/2006/main" noGrp="1"/>
          </p:cNvSpPr>
          <p:nvPr/>
        </p:nvSpPr>
        <p:spPr>
          <a:xfrm xmlns:a="http://schemas.openxmlformats.org/drawingml/2006/main" rot="5400000">
            <a:off x="15611094" y="7498079"/>
            <a:ext cx="502920" cy="502920"/>
          </a:xfrm>
          <a:prstGeom xmlns:a="http://schemas.openxmlformats.org/drawingml/2006/main" prst="triangle">
            <a:avLst>
              <a:gd name="adj" fmla="val 50000"/>
            </a:avLst>
          </a:prstGeom>
          <a:solidFill xmlns:a="http://schemas.openxmlformats.org/drawingml/2006/main">
            <a:srgbClr val="FDDA24">
              <a:alpha val="60000"/>
            </a:srgbClr>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42" name="Google Shape;142;p15">
            <a:extLst xmlns:a="http://schemas.openxmlformats.org/drawingml/2006/main">
              <a:ext uri="{FF2B5EF4-FFF2-40B4-BE49-F238E27FC236}">
                <a16:creationId xmlns:a16="http://schemas.microsoft.com/office/drawing/2014/main" id="{A49E3154-44FA-4DE3-AD6F-8DA03BD006BD}"/>
              </a:ext>
            </a:extLst>
          </p:cNvPr>
          <p:cNvSpPr>
            <a:spLocks xmlns:a="http://schemas.openxmlformats.org/drawingml/2006/main" noGrp="1"/>
          </p:cNvSpPr>
          <p:nvPr/>
        </p:nvSpPr>
        <p:spPr>
          <a:xfrm xmlns:a="http://schemas.openxmlformats.org/drawingml/2006/main" rot="5400000">
            <a:off x="16088867" y="7498079"/>
            <a:ext cx="502920" cy="502920"/>
          </a:xfrm>
          <a:prstGeom xmlns:a="http://schemas.openxmlformats.org/drawingml/2006/main" prst="triangle">
            <a:avLst>
              <a:gd name="adj" fmla="val 50000"/>
            </a:avLst>
          </a:prstGeom>
          <a:solidFill xmlns:a="http://schemas.openxmlformats.org/drawingml/2006/main">
            <a:srgbClr val="FDDA24">
              <a:alpha val="30196"/>
            </a:srgbClr>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43" name="Google Shape;143;p15">
            <a:extLst xmlns:a="http://schemas.openxmlformats.org/drawingml/2006/main">
              <a:ext uri="{FF2B5EF4-FFF2-40B4-BE49-F238E27FC236}">
                <a16:creationId xmlns:a16="http://schemas.microsoft.com/office/drawing/2014/main" id="{5FA9BDC6-F6A3-417E-B835-64E216B97A9B}"/>
              </a:ext>
            </a:extLst>
          </p:cNvPr>
          <p:cNvSpPr>
            <a:spLocks xmlns:a="http://schemas.openxmlformats.org/drawingml/2006/main" noGrp="1"/>
          </p:cNvSpPr>
          <p:nvPr/>
        </p:nvSpPr>
        <p:spPr>
          <a:xfrm xmlns:a="http://schemas.openxmlformats.org/drawingml/2006/main">
            <a:off x="914400" y="8915400"/>
            <a:ext cx="16459200" cy="13716"/>
          </a:xfrm>
          <a:prstGeom xmlns:a="http://schemas.openxmlformats.org/drawingml/2006/main" prst="rect">
            <a:avLst/>
          </a:prstGeom>
          <a:solidFill xmlns:a="http://schemas.openxmlformats.org/drawingml/2006/main">
            <a:srgbClr val="DFDDD6"/>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44" name="Google Shape;144;p15">
            <a:extLst xmlns:a="http://schemas.openxmlformats.org/drawingml/2006/main">
              <a:ext uri="{FF2B5EF4-FFF2-40B4-BE49-F238E27FC236}">
                <a16:creationId xmlns:a16="http://schemas.microsoft.com/office/drawing/2014/main" id="{7AA68957-D4AE-4622-9212-5A1E09A45628}"/>
              </a:ext>
            </a:extLst>
          </p:cNvPr>
          <p:cNvSpPr>
            <a:spLocks xmlns:a="http://schemas.openxmlformats.org/drawingml/2006/main" noGrp="1"/>
          </p:cNvSpPr>
          <p:nvPr/>
        </p:nvSpPr>
        <p:spPr>
          <a:xfrm xmlns:a="http://schemas.openxmlformats.org/drawingml/2006/main">
            <a:off x="914400" y="9253728"/>
            <a:ext cx="9144000" cy="320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spAutoFit/>
          </a:bodyPr>
          <a:lstStyle xmlns:a="http://schemas.openxmlformats.org/drawingml/2006/main"/>
          <a:p xmlns:a="http://schemas.openxmlformats.org/drawingml/2006/main">
            <a:pPr marL="0" marR="0" lvl="0" indent="0" algn="l">
              <a:spcBef>
                <a:spcPts val="0"/>
              </a:spcBef>
              <a:spcAft>
                <a:spcPts val="0"/>
              </a:spcAft>
              <a:buNone/>
            </a:pPr>
            <a:r>
              <a:rPr sz="1200" b="0" i="0" u="none" strike="noStrike" cap="none">
                <a:solidFill>
                  <a:srgbClr val="5C5C5C"/>
                </a:solidFill>
                <a:latin typeface="JetBrains Mono"/>
                <a:ea typeface="JetBrains Mono"/>
                <a:cs typeface="JetBrains Mono"/>
              </a:rPr>
              <a:t>© 2026 HackMeridian · Lisbon  ·  #HackMeridian26</a:t>
            </a:r>
            <a:endParaRPr/>
          </a:p>
        </p:txBody>
      </p:sp>
      <p:pic>
        <p:nvPicPr>
          <p:cNvPr id="145" name="Google Shape;145;p15">
            <a:extLst xmlns:a="http://schemas.openxmlformats.org/drawingml/2006/main">
              <a:ext uri="{FF2B5EF4-FFF2-40B4-BE49-F238E27FC236}">
                <a16:creationId xmlns:a16="http://schemas.microsoft.com/office/drawing/2014/main" id="{FC322D31-1387-4533-90C4-9DD7B29F9EE5}"/>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6bbf252e57534d7a">
            <a:alphaModFix/>
          </a:blip>
          <a:srcRect xmlns:a="http://schemas.openxmlformats.org/drawingml/2006/main" l="0" t="0" r="0" b="0"/>
          <a:stretch xmlns:a="http://schemas.openxmlformats.org/drawingml/2006/main"/>
        </p:blipFill>
        <p:spPr>
          <a:xfrm xmlns:a="http://schemas.openxmlformats.org/drawingml/2006/main">
            <a:off x="14859000" y="9171432"/>
            <a:ext cx="2517969" cy="438912"/>
          </a:xfrm>
          <a:prstGeom xmlns:a="http://schemas.openxmlformats.org/drawingml/2006/main" prst="rect">
            <a:avLst/>
          </a:prstGeom>
          <a:ln xmlns:a="http://schemas.openxmlformats.org/drawingml/2006/main">
            <a:noFill/>
          </a:ln>
        </p:spPr>
      </p:pic>
      <p:sp>
        <p:nvSpPr>
          <p:cNvPr id="146" name="MVP target / Synthetic credentials / Res">
            <a:extLst xmlns:a="http://schemas.openxmlformats.org/drawingml/2006/main">
              <a:ext uri="{FF2B5EF4-FFF2-40B4-BE49-F238E27FC236}">
                <a16:creationId xmlns:a16="http://schemas.microsoft.com/office/drawing/2014/main" id="{D4B2C258-B5A7-4FE3-95B8-64D3820127BD}"/>
              </a:ext>
            </a:extLst>
          </p:cNvPr>
          <p:cNvSpPr>
            <a:spLocks xmlns:a="http://schemas.openxmlformats.org/drawingml/2006/main" noGrp="1"/>
          </p:cNvSpPr>
          <p:nvPr/>
        </p:nvSpPr>
        <p:spPr>
          <a:xfrm xmlns:a="http://schemas.openxmlformats.org/drawingml/2006/main">
            <a:off x="914400" y="8420100"/>
            <a:ext cx="11430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00">
                <a:solidFill>
                  <a:srgbClr val="5C5C5C"/>
                </a:solidFill>
                <a:latin typeface="JetBrains Mono"/>
                <a:ea typeface="JetBrains Mono"/>
                <a:cs typeface="JetBrains Mono"/>
              </a:defRPr>
            </a:defPPr>
            <a:lvl1pPr>
              <a:buNone/>
              <a:defRPr sz="1400">
                <a:solidFill>
                  <a:srgbClr val="5C5C5C"/>
                </a:solidFill>
                <a:latin typeface="JetBrains Mono"/>
                <a:ea typeface="JetBrains Mono"/>
                <a:cs typeface="JetBrains Mono"/>
              </a:defRPr>
            </a:lvl1pPr>
            <a:lvl2pPr>
              <a:buNone/>
              <a:defRPr sz="1400">
                <a:solidFill>
                  <a:srgbClr val="5C5C5C"/>
                </a:solidFill>
                <a:latin typeface="JetBrains Mono"/>
                <a:ea typeface="JetBrains Mono"/>
                <a:cs typeface="JetBrains Mono"/>
              </a:defRPr>
            </a:lvl2pPr>
            <a:lvl3pPr>
              <a:buNone/>
              <a:defRPr sz="1400">
                <a:solidFill>
                  <a:srgbClr val="5C5C5C"/>
                </a:solidFill>
                <a:latin typeface="JetBrains Mono"/>
                <a:ea typeface="JetBrains Mono"/>
                <a:cs typeface="JetBrains Mono"/>
              </a:defRPr>
            </a:lvl3pPr>
            <a:lvl4pPr>
              <a:buNone/>
              <a:defRPr sz="1400">
                <a:solidFill>
                  <a:srgbClr val="5C5C5C"/>
                </a:solidFill>
                <a:latin typeface="JetBrains Mono"/>
                <a:ea typeface="JetBrains Mono"/>
                <a:cs typeface="JetBrains Mono"/>
              </a:defRPr>
            </a:lvl4pPr>
            <a:lvl5pPr>
              <a:buNone/>
              <a:defRPr sz="1400">
                <a:solidFill>
                  <a:srgbClr val="5C5C5C"/>
                </a:solidFill>
                <a:latin typeface="JetBrains Mono"/>
                <a:ea typeface="JetBrains Mono"/>
                <a:cs typeface="JetBrains Mono"/>
              </a:defRPr>
            </a:lvl5pPr>
            <a:lvl6pPr>
              <a:buNone/>
              <a:defRPr sz="1400">
                <a:solidFill>
                  <a:srgbClr val="5C5C5C"/>
                </a:solidFill>
                <a:latin typeface="JetBrains Mono"/>
                <a:ea typeface="JetBrains Mono"/>
                <a:cs typeface="JetBrains Mono"/>
              </a:defRPr>
            </a:lvl6pPr>
            <a:lvl7pPr>
              <a:buNone/>
              <a:defRPr sz="1400">
                <a:solidFill>
                  <a:srgbClr val="5C5C5C"/>
                </a:solidFill>
                <a:latin typeface="JetBrains Mono"/>
                <a:ea typeface="JetBrains Mono"/>
                <a:cs typeface="JetBrains Mono"/>
              </a:defRPr>
            </a:lvl7pPr>
            <a:lvl8pPr>
              <a:buNone/>
              <a:defRPr sz="1400">
                <a:solidFill>
                  <a:srgbClr val="5C5C5C"/>
                </a:solidFill>
                <a:latin typeface="JetBrains Mono"/>
                <a:ea typeface="JetBrains Mono"/>
                <a:cs typeface="JetBrains Mono"/>
              </a:defRPr>
            </a:lvl8pPr>
            <a:lvl9pPr>
              <a:buNone/>
              <a:defRPr sz="1400">
                <a:solidFill>
                  <a:srgbClr val="5C5C5C"/>
                </a:solidFill>
                <a:latin typeface="JetBrains Mono"/>
                <a:ea typeface="JetBrains Mono"/>
                <a:cs typeface="JetBrains Mono"/>
              </a:defRPr>
            </a:lvl9pPr>
          </a:lstStyle>
          <a:p xmlns:a="http://schemas.openxmlformats.org/drawingml/2006/main">
            <a:pPr>
              <a:buNone/>
              <a:defRPr sz="1400">
                <a:solidFill>
                  <a:srgbClr val="5C5C5C"/>
                </a:solidFill>
                <a:latin typeface="JetBrains Mono"/>
                <a:ea typeface="JetBrains Mono"/>
                <a:cs typeface="JetBrains Mono"/>
              </a:defRPr>
            </a:pPr>
            <a:r>
              <a:rPr sz="1400">
                <a:solidFill>
                  <a:srgbClr val="5C5C5C"/>
                </a:solidFill>
                <a:latin typeface="JetBrains Mono"/>
                <a:ea typeface="JetBrains Mono"/>
                <a:cs typeface="JetBrains Mono"/>
              </a:rPr>
              <a:t>Live Testnet MVP / Synthetic credentials / No real bank or registry integration</a:t>
            </a:r>
          </a:p>
        </p:txBody>
      </p:sp>
    </p:spTree>
    <p:extLst>
      <p:ext uri="{BB962C8B-B14F-4D97-AF65-F5344CB8AC3E}">
        <p14:creationId xmlns:p14="http://schemas.microsoft.com/office/powerpoint/2010/main" val="605699683"/>
      </p:ext>
    </p:extLst>
  </p:cSld>
</p:sld>
</file>

<file path=ppt/slides/slide4.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128" name="Google Shape;128;p15">
            <a:extLst xmlns:a="http://schemas.openxmlformats.org/drawingml/2006/main">
              <a:ext uri="{FF2B5EF4-FFF2-40B4-BE49-F238E27FC236}">
                <a16:creationId xmlns:a16="http://schemas.microsoft.com/office/drawing/2014/main" id="{1CACCFF2-0859-4175-AD1A-FDB4040A99E5}"/>
              </a:ext>
            </a:extLst>
          </p:cNvPr>
          <p:cNvSpPr>
            <a:spLocks xmlns:a="http://schemas.openxmlformats.org/drawingml/2006/main" noGrp="1"/>
          </p:cNvSpPr>
          <p:nvPr/>
        </p:nvSpPr>
        <p:spPr>
          <a:xfrm xmlns:a="http://schemas.openxmlformats.org/drawingml/2006/main">
            <a:off x="0" y="0"/>
            <a:ext cx="18288000" cy="731520"/>
          </a:xfrm>
          <a:prstGeom xmlns:a="http://schemas.openxmlformats.org/drawingml/2006/main" prst="rect">
            <a:avLst/>
          </a:prstGeom>
          <a:solidFill xmlns:a="http://schemas.openxmlformats.org/drawingml/2006/main">
            <a:srgbClr val="0F0F0F"/>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29" name="Google Shape;129;p15">
            <a:extLst xmlns:a="http://schemas.openxmlformats.org/drawingml/2006/main">
              <a:ext uri="{FF2B5EF4-FFF2-40B4-BE49-F238E27FC236}">
                <a16:creationId xmlns:a16="http://schemas.microsoft.com/office/drawing/2014/main" id="{EA7AACF9-18C1-46D0-B3CF-6B42825C6B64}"/>
              </a:ext>
            </a:extLst>
          </p:cNvPr>
          <p:cNvSpPr>
            <a:spLocks xmlns:a="http://schemas.openxmlformats.org/drawingml/2006/main" noGrp="1"/>
          </p:cNvSpPr>
          <p:nvPr/>
        </p:nvSpPr>
        <p:spPr>
          <a:xfrm xmlns:a="http://schemas.openxmlformats.org/drawingml/2006/main">
            <a:off x="914400" y="201168"/>
            <a:ext cx="4572000" cy="213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spAutoFit/>
          </a:bodyPr>
          <a:lstStyle xmlns:a="http://schemas.openxmlformats.org/drawingml/2006/main"/>
          <a:p xmlns:a="http://schemas.openxmlformats.org/drawingml/2006/main">
            <a:pPr marL="0" marR="0" lvl="0" indent="0" algn="l">
              <a:spcBef>
                <a:spcPts val="0"/>
              </a:spcBef>
              <a:spcAft>
                <a:spcPts val="0"/>
              </a:spcAft>
              <a:buNone/>
            </a:pPr>
            <a:r>
              <a:rPr sz="1400" b="1" i="0" u="none" strike="noStrike" cap="none">
                <a:solidFill>
                  <a:srgbClr val="FDDA24"/>
                </a:solidFill>
                <a:latin typeface="JetBrains Mono"/>
                <a:ea typeface="JetBrains Mono"/>
                <a:cs typeface="JetBrains Mono"/>
              </a:rPr>
              <a:t>PLATFORM 04 / 06</a:t>
            </a:r>
            <a:endParaRPr/>
          </a:p>
        </p:txBody>
      </p:sp>
      <p:sp>
        <p:nvSpPr>
          <p:cNvPr id="130" name="Google Shape;130;p15">
            <a:extLst xmlns:a="http://schemas.openxmlformats.org/drawingml/2006/main">
              <a:ext uri="{FF2B5EF4-FFF2-40B4-BE49-F238E27FC236}">
                <a16:creationId xmlns:a16="http://schemas.microsoft.com/office/drawing/2014/main" id="{FE8A7E03-136E-4755-9831-C18A1B7BE522}"/>
              </a:ext>
            </a:extLst>
          </p:cNvPr>
          <p:cNvSpPr>
            <a:spLocks xmlns:a="http://schemas.openxmlformats.org/drawingml/2006/main" noGrp="1"/>
          </p:cNvSpPr>
          <p:nvPr/>
        </p:nvSpPr>
        <p:spPr>
          <a:xfrm xmlns:a="http://schemas.openxmlformats.org/drawingml/2006/main">
            <a:off x="5486400" y="201168"/>
            <a:ext cx="7315200" cy="329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spAutoFit/>
          </a:bodyPr>
          <a:lstStyle xmlns:a="http://schemas.openxmlformats.org/drawingml/2006/main"/>
          <a:p xmlns:a="http://schemas.openxmlformats.org/drawingml/2006/main">
            <a:pPr marL="0" marR="0" lvl="0" indent="0" algn="ctr">
              <a:spcBef>
                <a:spcPts val="0"/>
              </a:spcBef>
              <a:spcAft>
                <a:spcPts val="0"/>
              </a:spcAft>
              <a:buNone/>
            </a:pPr>
            <a:r>
              <a:rPr sz="1400" b="1" i="0" u="none" strike="noStrike" cap="none">
                <a:solidFill>
                  <a:srgbClr val="FFFFFF"/>
                </a:solidFill>
                <a:latin typeface="JetBrains Mono"/>
                <a:ea typeface="JetBrains Mono"/>
                <a:cs typeface="JetBrains Mono"/>
              </a:rPr>
              <a:t>HACKMERIDIAN 2026 · LISBON</a:t>
            </a:r>
            <a:endParaRPr/>
          </a:p>
        </p:txBody>
      </p:sp>
      <p:sp>
        <p:nvSpPr>
          <p:cNvPr id="131" name="Google Shape;131;p15">
            <a:extLst xmlns:a="http://schemas.openxmlformats.org/drawingml/2006/main">
              <a:ext uri="{FF2B5EF4-FFF2-40B4-BE49-F238E27FC236}">
                <a16:creationId xmlns:a16="http://schemas.microsoft.com/office/drawing/2014/main" id="{5BC347B0-B6EC-4692-81F3-207EACA60607}"/>
              </a:ext>
            </a:extLst>
          </p:cNvPr>
          <p:cNvSpPr>
            <a:spLocks xmlns:a="http://schemas.openxmlformats.org/drawingml/2006/main" noGrp="1"/>
          </p:cNvSpPr>
          <p:nvPr/>
        </p:nvSpPr>
        <p:spPr>
          <a:xfrm xmlns:a="http://schemas.openxmlformats.org/drawingml/2006/main">
            <a:off x="12801600" y="201168"/>
            <a:ext cx="4572000" cy="213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spAutoFit/>
          </a:bodyPr>
          <a:lstStyle xmlns:a="http://schemas.openxmlformats.org/drawingml/2006/main"/>
          <a:p xmlns:a="http://schemas.openxmlformats.org/drawingml/2006/main">
            <a:pPr marL="0" marR="0" lvl="0" indent="0" algn="r">
              <a:spcBef>
                <a:spcPts val="0"/>
              </a:spcBef>
              <a:spcAft>
                <a:spcPts val="0"/>
              </a:spcAft>
              <a:buNone/>
            </a:pPr>
            <a:r>
              <a:rPr sz="1400" b="1" i="0" u="none" strike="noStrike" cap="none">
                <a:solidFill>
                  <a:srgbClr val="FFFFFF"/>
                </a:solidFill>
                <a:latin typeface="JetBrains Mono"/>
                <a:ea typeface="JetBrains Mono"/>
                <a:cs typeface="JetBrains Mono"/>
              </a:rPr>
              <a:t>NEXT ▸ TECHNICAL WORKFLOW</a:t>
            </a:r>
            <a:endParaRPr/>
          </a:p>
        </p:txBody>
      </p:sp>
      <p:sp>
        <p:nvSpPr>
          <p:cNvPr id="132" name="Google Shape;132;p15">
            <a:extLst xmlns:a="http://schemas.openxmlformats.org/drawingml/2006/main">
              <a:ext uri="{FF2B5EF4-FFF2-40B4-BE49-F238E27FC236}">
                <a16:creationId xmlns:a16="http://schemas.microsoft.com/office/drawing/2014/main" id="{F8A13CF1-A25D-4E32-8102-EFA29F5F2016}"/>
              </a:ext>
            </a:extLst>
          </p:cNvPr>
          <p:cNvSpPr>
            <a:spLocks xmlns:a="http://schemas.openxmlformats.org/drawingml/2006/main" noGrp="1"/>
          </p:cNvSpPr>
          <p:nvPr/>
        </p:nvSpPr>
        <p:spPr>
          <a:xfrm xmlns:a="http://schemas.openxmlformats.org/drawingml/2006/main">
            <a:off x="914400" y="1417320"/>
            <a:ext cx="2651760" cy="475488"/>
          </a:xfrm>
          <a:prstGeom xmlns:a="http://schemas.openxmlformats.org/drawingml/2006/main" prst="roundRect">
            <a:avLst>
              <a:gd name="adj" fmla="val 50000"/>
            </a:avLst>
          </a:prstGeom>
          <a:solidFill xmlns:a="http://schemas.openxmlformats.org/drawingml/2006/main">
            <a:srgbClr val="FDDA24"/>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None/>
            </a:pPr>
            <a:r>
              <a:rPr sz="1200" b="1" i="0" u="none" strike="noStrike" cap="none">
                <a:solidFill>
                  <a:srgbClr val="0F0F0F"/>
                </a:solidFill>
                <a:latin typeface="JetBrains Mono"/>
                <a:ea typeface="JetBrains Mono"/>
                <a:cs typeface="JetBrains Mono"/>
              </a:rPr>
              <a:t>PITCH STEP 02 / 04</a:t>
            </a:r>
            <a:endParaRPr/>
          </a:p>
        </p:txBody>
      </p:sp>
      <p:sp>
        <p:nvSpPr>
          <p:cNvPr id="133" name="Google Shape;133;p15">
            <a:extLst xmlns:a="http://schemas.openxmlformats.org/drawingml/2006/main">
              <a:ext uri="{FF2B5EF4-FFF2-40B4-BE49-F238E27FC236}">
                <a16:creationId xmlns:a16="http://schemas.microsoft.com/office/drawing/2014/main" id="{F9D48B34-6046-4D6A-84F4-E543FF41D241}"/>
              </a:ext>
            </a:extLst>
          </p:cNvPr>
          <p:cNvSpPr>
            <a:spLocks xmlns:a="http://schemas.openxmlformats.org/drawingml/2006/main" noGrp="1"/>
          </p:cNvSpPr>
          <p:nvPr/>
        </p:nvSpPr>
        <p:spPr>
          <a:xfrm xmlns:a="http://schemas.openxmlformats.org/drawingml/2006/main">
            <a:off x="914400" y="2103120"/>
            <a:ext cx="16459200" cy="1524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l">
              <a:spcBef>
                <a:spcPts val="0"/>
              </a:spcBef>
              <a:spcAft>
                <a:spcPts val="0"/>
              </a:spcAft>
              <a:buNone/>
            </a:pPr>
            <a:r>
              <a:rPr sz="10000" b="1" i="0" u="none" strike="noStrike" cap="none">
                <a:solidFill>
                  <a:srgbClr val="0F0F0F"/>
                </a:solidFill>
                <a:latin typeface="Inter Tight"/>
                <a:ea typeface="Inter Tight"/>
                <a:cs typeface="Inter Tight"/>
              </a:rPr>
              <a:t>MARKET &amp; NOVELTY</a:t>
            </a:r>
            <a:endParaRPr/>
          </a:p>
        </p:txBody>
      </p:sp>
      <p:sp>
        <p:nvSpPr>
          <p:cNvPr id="134" name="Google Shape;134;p15">
            <a:extLst xmlns:a="http://schemas.openxmlformats.org/drawingml/2006/main">
              <a:ext uri="{FF2B5EF4-FFF2-40B4-BE49-F238E27FC236}">
                <a16:creationId xmlns:a16="http://schemas.microsoft.com/office/drawing/2014/main" id="{46711E22-7820-4DB1-B281-EECD6361D54B}"/>
              </a:ext>
            </a:extLst>
          </p:cNvPr>
          <p:cNvSpPr>
            <a:spLocks xmlns:a="http://schemas.openxmlformats.org/drawingml/2006/main" noGrp="1"/>
          </p:cNvSpPr>
          <p:nvPr/>
        </p:nvSpPr>
        <p:spPr>
          <a:xfrm xmlns:a="http://schemas.openxmlformats.org/drawingml/2006/main">
            <a:off x="914400" y="3931920"/>
            <a:ext cx="16459200" cy="4267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l">
              <a:spcBef>
                <a:spcPts val="0"/>
              </a:spcBef>
              <a:spcAft>
                <a:spcPts val="0"/>
              </a:spcAft>
              <a:buNone/>
            </a:pPr>
            <a:r>
              <a:rPr sz="2800" b="1" i="0" u="none" strike="noStrike" cap="none">
                <a:solidFill>
                  <a:srgbClr val="0F0F0F"/>
                </a:solidFill>
                <a:latin typeface="Instrument Sans"/>
                <a:ea typeface="Instrument Sans"/>
                <a:cs typeface="Instrument Sans"/>
              </a:rPr>
              <a:t>A live market for verification. A gap in how the checks connect.</a:t>
            </a:r>
            <a:endParaRPr/>
          </a:p>
        </p:txBody>
      </p:sp>
      <p:sp>
        <p:nvSpPr>
          <p:cNvPr id="136" name="Google Shape;136;p15">
            <a:extLst xmlns:a="http://schemas.openxmlformats.org/drawingml/2006/main">
              <a:ext uri="{FF2B5EF4-FFF2-40B4-BE49-F238E27FC236}">
                <a16:creationId xmlns:a16="http://schemas.microsoft.com/office/drawing/2014/main" id="{4050DBC0-6091-47E0-B7A9-EAA8BCA99F7A}"/>
              </a:ext>
            </a:extLst>
          </p:cNvPr>
          <p:cNvSpPr>
            <a:spLocks xmlns:a="http://schemas.openxmlformats.org/drawingml/2006/main" noGrp="1"/>
          </p:cNvSpPr>
          <p:nvPr/>
        </p:nvSpPr>
        <p:spPr>
          <a:xfrm xmlns:a="http://schemas.openxmlformats.org/drawingml/2006/main">
            <a:off x="914400" y="7639050"/>
            <a:ext cx="16459200" cy="971550"/>
          </a:xfrm>
          <a:prstGeom xmlns:a="http://schemas.openxmlformats.org/drawingml/2006/main" prst="roundRect">
            <a:avLst>
              <a:gd name="adj" fmla="val 22000"/>
            </a:avLst>
          </a:prstGeom>
          <a:solidFill xmlns:a="http://schemas.openxmlformats.org/drawingml/2006/main">
            <a:srgbClr val="FFFFFF"/>
          </a:solidFill>
          <a:ln xmlns:a="http://schemas.openxmlformats.org/drawingml/2006/main" w="38100" cap="flat" cmpd="sng">
            <a:solidFill>
              <a:srgbClr val="FDDA24"/>
            </a:solidFill>
            <a:prstDash val="solid"/>
            <a:round/>
            <a:headEnd type="none" w="sm" len="sm"/>
            <a:tailEnd type="none" w="sm" len="sm"/>
          </a:ln>
        </p:spPr>
        <p:txBody>
          <a:bodyPr xmlns:a="http://schemas.openxmlformats.org/drawingml/2006/main" spcFirstLastPara="1" wrap="square" lIns="365750" tIns="0" rIns="365750" bIns="0" anchor="ctr">
            <a:noAutofit/>
          </a:bodyPr>
          <a:lstStyle xmlns:a="http://schemas.openxmlformats.org/drawingml/2006/main"/>
          <a:p xmlns:a="http://schemas.openxmlformats.org/drawingml/2006/main">
            <a:pPr marL="0" marR="0" lvl="0" indent="0" algn="l">
              <a:spcBef>
                <a:spcPts val="0"/>
              </a:spcBef>
              <a:spcAft>
                <a:spcPts val="0"/>
              </a:spcAft>
              <a:buNone/>
            </a:pPr>
            <a:r>
              <a:rPr sz="2400" b="1" i="0" u="none" strike="noStrike" cap="none">
                <a:solidFill>
                  <a:srgbClr val="0F0F0F"/>
                </a:solidFill>
                <a:latin typeface="Instrument Sans"/>
                <a:ea typeface="Instrument Sans"/>
                <a:cs typeface="Instrument Sans"/>
              </a:rPr>
              <a:t>Market signal: MERKAO reports 250+ verified professionals.</a:t>
            </a:r>
            <a:endParaRPr/>
          </a:p>
          <a:p xmlns:a="http://schemas.openxmlformats.org/drawingml/2006/main">
            <a:pPr marL="0" marR="0" lvl="0" indent="0" algn="l">
              <a:spcBef>
                <a:spcPts val="0"/>
              </a:spcBef>
              <a:spcAft>
                <a:spcPts val="0"/>
              </a:spcAft>
              <a:buNone/>
            </a:pPr>
            <a:r>
              <a:rPr sz="2400" b="1" i="0" u="none" strike="noStrike" cap="none">
                <a:solidFill>
                  <a:srgbClr val="0F0F0F"/>
                </a:solidFill>
                <a:latin typeface="Instrument Sans"/>
                <a:ea typeface="Instrument Sans"/>
                <a:cs typeface="Instrument Sans"/>
              </a:rPr>
              <a:t>Our focus: private buyer proof, property authority and mutual consent.</a:t>
            </a:r>
            <a:endParaRPr/>
          </a:p>
        </p:txBody>
      </p:sp>
      <p:sp>
        <p:nvSpPr>
          <p:cNvPr id="143" name="Google Shape;143;p15">
            <a:extLst xmlns:a="http://schemas.openxmlformats.org/drawingml/2006/main">
              <a:ext uri="{FF2B5EF4-FFF2-40B4-BE49-F238E27FC236}">
                <a16:creationId xmlns:a16="http://schemas.microsoft.com/office/drawing/2014/main" id="{5FA9BDC6-F6A3-417E-B835-64E216B97A9B}"/>
              </a:ext>
            </a:extLst>
          </p:cNvPr>
          <p:cNvSpPr>
            <a:spLocks xmlns:a="http://schemas.openxmlformats.org/drawingml/2006/main" noGrp="1"/>
          </p:cNvSpPr>
          <p:nvPr/>
        </p:nvSpPr>
        <p:spPr>
          <a:xfrm xmlns:a="http://schemas.openxmlformats.org/drawingml/2006/main">
            <a:off x="914400" y="8915400"/>
            <a:ext cx="16459200" cy="13716"/>
          </a:xfrm>
          <a:prstGeom xmlns:a="http://schemas.openxmlformats.org/drawingml/2006/main" prst="rect">
            <a:avLst/>
          </a:prstGeom>
          <a:solidFill xmlns:a="http://schemas.openxmlformats.org/drawingml/2006/main">
            <a:srgbClr val="DFDDD6"/>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44" name="Google Shape;144;p15">
            <a:extLst xmlns:a="http://schemas.openxmlformats.org/drawingml/2006/main">
              <a:ext uri="{FF2B5EF4-FFF2-40B4-BE49-F238E27FC236}">
                <a16:creationId xmlns:a16="http://schemas.microsoft.com/office/drawing/2014/main" id="{7AA68957-D4AE-4622-9212-5A1E09A45628}"/>
              </a:ext>
            </a:extLst>
          </p:cNvPr>
          <p:cNvSpPr>
            <a:spLocks xmlns:a="http://schemas.openxmlformats.org/drawingml/2006/main" noGrp="1"/>
          </p:cNvSpPr>
          <p:nvPr/>
        </p:nvSpPr>
        <p:spPr>
          <a:xfrm xmlns:a="http://schemas.openxmlformats.org/drawingml/2006/main">
            <a:off x="914400" y="9253728"/>
            <a:ext cx="9144000" cy="320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spAutoFit/>
          </a:bodyPr>
          <a:lstStyle xmlns:a="http://schemas.openxmlformats.org/drawingml/2006/main"/>
          <a:p xmlns:a="http://schemas.openxmlformats.org/drawingml/2006/main">
            <a:pPr marL="0" marR="0" lvl="0" indent="0" algn="l">
              <a:spcBef>
                <a:spcPts val="0"/>
              </a:spcBef>
              <a:spcAft>
                <a:spcPts val="0"/>
              </a:spcAft>
              <a:buNone/>
            </a:pPr>
            <a:r>
              <a:rPr sz="1200" b="0" i="0" u="none" strike="noStrike" cap="none">
                <a:solidFill>
                  <a:srgbClr val="5C5C5C"/>
                </a:solidFill>
                <a:latin typeface="JetBrains Mono"/>
                <a:ea typeface="JetBrains Mono"/>
                <a:cs typeface="JetBrains Mono"/>
              </a:rPr>
              <a:t>© 2026 HackMeridian · Lisbon  ·  #HackMeridian26</a:t>
            </a:r>
            <a:endParaRPr/>
          </a:p>
        </p:txBody>
      </p:sp>
      <p:pic>
        <p:nvPicPr>
          <p:cNvPr id="145" name="Google Shape;145;p15">
            <a:extLst xmlns:a="http://schemas.openxmlformats.org/drawingml/2006/main">
              <a:ext uri="{FF2B5EF4-FFF2-40B4-BE49-F238E27FC236}">
                <a16:creationId xmlns:a16="http://schemas.microsoft.com/office/drawing/2014/main" id="{AF5AA4E2-0FAA-460B-A018-62E4972196A6}"/>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58f12c700fc145d1">
            <a:alphaModFix/>
          </a:blip>
          <a:srcRect xmlns:a="http://schemas.openxmlformats.org/drawingml/2006/main" l="0" t="0" r="0" b="0"/>
          <a:stretch xmlns:a="http://schemas.openxmlformats.org/drawingml/2006/main"/>
        </p:blipFill>
        <p:spPr>
          <a:xfrm xmlns:a="http://schemas.openxmlformats.org/drawingml/2006/main">
            <a:off x="14859000" y="9171432"/>
            <a:ext cx="2517969" cy="438912"/>
          </a:xfrm>
          <a:prstGeom xmlns:a="http://schemas.openxmlformats.org/drawingml/2006/main" prst="rect">
            <a:avLst/>
          </a:prstGeom>
          <a:ln xmlns:a="http://schemas.openxmlformats.org/drawingml/2006/main">
            <a:noFill/>
          </a:ln>
        </p:spPr>
      </p:pic>
      <p:sp>
        <p:nvSpPr>
          <p:cNvPr id="146" name="MVP target / Synthetic credentials / Res">
            <a:extLst xmlns:a="http://schemas.openxmlformats.org/drawingml/2006/main">
              <a:ext uri="{FF2B5EF4-FFF2-40B4-BE49-F238E27FC236}">
                <a16:creationId xmlns:a16="http://schemas.microsoft.com/office/drawing/2014/main" id="{D4B2C258-B5A7-4FE3-95B8-64D3820127BD}"/>
              </a:ext>
            </a:extLst>
          </p:cNvPr>
          <p:cNvSpPr>
            <a:spLocks xmlns:a="http://schemas.openxmlformats.org/drawingml/2006/main" noGrp="1"/>
          </p:cNvSpPr>
          <p:nvPr/>
        </p:nvSpPr>
        <p:spPr>
          <a:xfrm xmlns:a="http://schemas.openxmlformats.org/drawingml/2006/main">
            <a:off x="914400" y="8686800"/>
            <a:ext cx="16459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200">
                <a:solidFill>
                  <a:srgbClr val="5C5C5C"/>
                </a:solidFill>
                <a:latin typeface="JetBrains Mono"/>
                <a:ea typeface="JetBrains Mono"/>
                <a:cs typeface="JetBrains Mono"/>
              </a:defRPr>
            </a:defPPr>
            <a:lvl1pPr>
              <a:buNone/>
              <a:defRPr sz="1400">
                <a:solidFill>
                  <a:srgbClr val="5C5C5C"/>
                </a:solidFill>
                <a:latin typeface="JetBrains Mono"/>
                <a:ea typeface="JetBrains Mono"/>
                <a:cs typeface="JetBrains Mono"/>
              </a:defRPr>
            </a:lvl1pPr>
            <a:lvl2pPr>
              <a:buNone/>
              <a:defRPr sz="1400">
                <a:solidFill>
                  <a:srgbClr val="5C5C5C"/>
                </a:solidFill>
                <a:latin typeface="JetBrains Mono"/>
                <a:ea typeface="JetBrains Mono"/>
                <a:cs typeface="JetBrains Mono"/>
              </a:defRPr>
            </a:lvl2pPr>
            <a:lvl3pPr>
              <a:buNone/>
              <a:defRPr sz="1400">
                <a:solidFill>
                  <a:srgbClr val="5C5C5C"/>
                </a:solidFill>
                <a:latin typeface="JetBrains Mono"/>
                <a:ea typeface="JetBrains Mono"/>
                <a:cs typeface="JetBrains Mono"/>
              </a:defRPr>
            </a:lvl3pPr>
            <a:lvl4pPr>
              <a:buNone/>
              <a:defRPr sz="1400">
                <a:solidFill>
                  <a:srgbClr val="5C5C5C"/>
                </a:solidFill>
                <a:latin typeface="JetBrains Mono"/>
                <a:ea typeface="JetBrains Mono"/>
                <a:cs typeface="JetBrains Mono"/>
              </a:defRPr>
            </a:lvl4pPr>
            <a:lvl5pPr>
              <a:buNone/>
              <a:defRPr sz="1400">
                <a:solidFill>
                  <a:srgbClr val="5C5C5C"/>
                </a:solidFill>
                <a:latin typeface="JetBrains Mono"/>
                <a:ea typeface="JetBrains Mono"/>
                <a:cs typeface="JetBrains Mono"/>
              </a:defRPr>
            </a:lvl5pPr>
            <a:lvl6pPr>
              <a:buNone/>
              <a:defRPr sz="1400">
                <a:solidFill>
                  <a:srgbClr val="5C5C5C"/>
                </a:solidFill>
                <a:latin typeface="JetBrains Mono"/>
                <a:ea typeface="JetBrains Mono"/>
                <a:cs typeface="JetBrains Mono"/>
              </a:defRPr>
            </a:lvl6pPr>
            <a:lvl7pPr>
              <a:buNone/>
              <a:defRPr sz="1400">
                <a:solidFill>
                  <a:srgbClr val="5C5C5C"/>
                </a:solidFill>
                <a:latin typeface="JetBrains Mono"/>
                <a:ea typeface="JetBrains Mono"/>
                <a:cs typeface="JetBrains Mono"/>
              </a:defRPr>
            </a:lvl7pPr>
            <a:lvl8pPr>
              <a:buNone/>
              <a:defRPr sz="1400">
                <a:solidFill>
                  <a:srgbClr val="5C5C5C"/>
                </a:solidFill>
                <a:latin typeface="JetBrains Mono"/>
                <a:ea typeface="JetBrains Mono"/>
                <a:cs typeface="JetBrains Mono"/>
              </a:defRPr>
            </a:lvl8pPr>
            <a:lvl9pPr>
              <a:buNone/>
              <a:defRPr sz="1400">
                <a:solidFill>
                  <a:srgbClr val="5C5C5C"/>
                </a:solidFill>
                <a:latin typeface="JetBrains Mono"/>
                <a:ea typeface="JetBrains Mono"/>
                <a:cs typeface="JetBrains Mono"/>
              </a:defRPr>
            </a:lvl9pPr>
          </a:lstStyle>
          <a:p xmlns:a="http://schemas.openxmlformats.org/drawingml/2006/main">
            <a:pPr>
              <a:buNone/>
              <a:defRPr sz="1200">
                <a:solidFill>
                  <a:srgbClr val="5C5C5C"/>
                </a:solidFill>
                <a:latin typeface="JetBrains Mono"/>
                <a:ea typeface="JetBrains Mono"/>
                <a:cs typeface="JetBrains Mono"/>
              </a:defRPr>
            </a:pPr>
            <a:r>
              <a:rPr sz="1200">
                <a:solidFill>
                  <a:srgbClr val="5C5C5C"/>
                </a:solidFill>
                <a:latin typeface="JetBrains Mono"/>
                <a:ea typeface="JetBrains Mono"/>
                <a:cs typeface="JetBrains Mono"/>
              </a:rPr>
              <a:t>Vendor claims are not audited. Deal Passport demand remains unvalidated.</a:t>
            </a:r>
          </a:p>
        </p:txBody>
      </p:sp>
      <p:graphicFrame>
        <p:nvGraphicFramePr>
          <p:cNvPr id="147" name="">
            <a:extLst xmlns:a="http://schemas.openxmlformats.org/drawingml/2006/main">
              <a:ext uri="{FF2B5EF4-FFF2-40B4-BE49-F238E27FC236}">
                <a16:creationId xmlns:a16="http://schemas.microsoft.com/office/drawing/2014/main" id="{DCDCDAEA-EE1D-499E-9AB4-42E993356BF1}"/>
              </a:ext>
            </a:extLst>
          </p:cNvPr>
          <p:cNvGraphicFramePr/>
          <p:nvPr/>
        </p:nvGraphicFramePr>
        <p:xfrm>
          <a:off xmlns:a="http://schemas.openxmlformats.org/drawingml/2006/main" x="914400" y="4709160"/>
          <a:ext xmlns:a="http://schemas.openxmlformats.org/drawingml/2006/main" cx="16459200" cy="2628900"/>
        </p:xfrm>
        <a:graphic xmlns:a="http://schemas.openxmlformats.org/drawingml/2006/main">
          <a:graphicData uri="http://schemas.openxmlformats.org/drawingml/2006/table">
            <a:tbl>
              <a:tblPr firstRow="0" bandRow="0"/>
              <a:tblGrid>
                <a:gridCol w="2476500"/>
                <a:gridCol w="5905500"/>
                <a:gridCol w="8077200"/>
              </a:tblGrid>
              <a:tr h="514350">
                <a:tc>
                  <a:txBody>
                    <a:bodyPr lIns="171450" tIns="76200" rIns="171450" bIns="76200">
                      <a:noAutofit/>
                    </a:bodyPr>
                    <a:lstStyle/>
                    <a:p>
                      <a:r>
                        <a:rPr sz="2000" b="1">
                          <a:solidFill>
                            <a:srgbClr val="FDDA24"/>
                          </a:solidFill>
                          <a:latin typeface="Instrument Sans"/>
                          <a:ea typeface="Instrument Sans"/>
                          <a:cs typeface="Instrument Sans"/>
                        </a:rPr>
                        <a:t>Product</a:t>
                      </a:r>
                    </a:p>
                  </a:txBody>
                  <a:tcPr marL="91440" marR="91440" marT="45720" marB="45720" anchor="ctr">
                    <a:lnL w="9525">
                      <a:solidFill>
                        <a:srgbClr val="DFDDD6"/>
                      </a:solidFill>
                      <a:prstDash val="solid"/>
                    </a:lnL>
                    <a:lnR w="9525">
                      <a:solidFill>
                        <a:srgbClr val="DFDDD6"/>
                      </a:solidFill>
                      <a:prstDash val="solid"/>
                    </a:lnR>
                    <a:lnT w="9525">
                      <a:solidFill>
                        <a:srgbClr val="DFDDD6"/>
                      </a:solidFill>
                      <a:prstDash val="solid"/>
                    </a:lnT>
                    <a:lnB w="9525">
                      <a:solidFill>
                        <a:srgbClr val="DFDDD6"/>
                      </a:solidFill>
                      <a:prstDash val="solid"/>
                    </a:lnB>
                    <a:solidFill>
                      <a:srgbClr val="0F0F0F"/>
                    </a:solidFill>
                  </a:tcPr>
                </a:tc>
                <a:tc>
                  <a:txBody>
                    <a:bodyPr lIns="171450" tIns="76200" rIns="171450" bIns="76200">
                      <a:noAutofit/>
                    </a:bodyPr>
                    <a:lstStyle/>
                    <a:p>
                      <a:r>
                        <a:rPr sz="2000" b="1">
                          <a:solidFill>
                            <a:srgbClr val="FDDA24"/>
                          </a:solidFill>
                          <a:latin typeface="Instrument Sans"/>
                          <a:ea typeface="Instrument Sans"/>
                          <a:cs typeface="Instrument Sans"/>
                        </a:rPr>
                        <a:t>Existing offer</a:t>
                      </a:r>
                    </a:p>
                  </a:txBody>
                  <a:tcPr marL="91440" marR="91440" marT="45720" marB="45720" anchor="ctr">
                    <a:lnR w="9525">
                      <a:solidFill>
                        <a:srgbClr val="DFDDD6"/>
                      </a:solidFill>
                      <a:prstDash val="solid"/>
                    </a:lnR>
                    <a:lnT w="9525">
                      <a:solidFill>
                        <a:srgbClr val="DFDDD6"/>
                      </a:solidFill>
                      <a:prstDash val="solid"/>
                    </a:lnT>
                    <a:lnB w="9525">
                      <a:solidFill>
                        <a:srgbClr val="DFDDD6"/>
                      </a:solidFill>
                      <a:prstDash val="solid"/>
                    </a:lnB>
                    <a:solidFill>
                      <a:srgbClr val="0F0F0F"/>
                    </a:solidFill>
                  </a:tcPr>
                </a:tc>
                <a:tc>
                  <a:txBody>
                    <a:bodyPr lIns="171450" tIns="76200" rIns="171450" bIns="76200">
                      <a:noAutofit/>
                    </a:bodyPr>
                    <a:lstStyle/>
                    <a:p>
                      <a:r>
                        <a:rPr sz="2000" b="1">
                          <a:solidFill>
                            <a:srgbClr val="FDDA24"/>
                          </a:solidFill>
                          <a:latin typeface="Instrument Sans"/>
                          <a:ea typeface="Instrument Sans"/>
                          <a:cs typeface="Instrument Sans"/>
                        </a:rPr>
                        <a:t>Our proposed addition</a:t>
                      </a:r>
                    </a:p>
                  </a:txBody>
                  <a:tcPr marL="91440" marR="91440" marT="45720" marB="45720" anchor="ctr">
                    <a:lnR w="9525">
                      <a:solidFill>
                        <a:srgbClr val="DFDDD6"/>
                      </a:solidFill>
                      <a:prstDash val="solid"/>
                    </a:lnR>
                    <a:lnT w="9525">
                      <a:solidFill>
                        <a:srgbClr val="DFDDD6"/>
                      </a:solidFill>
                      <a:prstDash val="solid"/>
                    </a:lnT>
                    <a:lnB w="9525">
                      <a:solidFill>
                        <a:srgbClr val="DFDDD6"/>
                      </a:solidFill>
                      <a:prstDash val="solid"/>
                    </a:lnB>
                    <a:solidFill>
                      <a:srgbClr val="0F0F0F"/>
                    </a:solidFill>
                  </a:tcPr>
                </a:tc>
              </a:tr>
              <a:tr h="704850">
                <a:tc>
                  <a:txBody>
                    <a:bodyPr lIns="171450" tIns="76200" rIns="171450" bIns="76200">
                      <a:noAutofit/>
                    </a:bodyPr>
                    <a:lstStyle/>
                    <a:p>
                      <a:r>
                        <a:rPr sz="2000" b="1">
                          <a:solidFill>
                            <a:srgbClr val="2A2A2A"/>
                          </a:solidFill>
                          <a:latin typeface="Instrument Sans"/>
                          <a:ea typeface="Instrument Sans"/>
                          <a:cs typeface="Instrument Sans"/>
                        </a:rPr>
                        <a:t>RealOpen</a:t>
                      </a:r>
                    </a:p>
                  </a:txBody>
                  <a:tcPr marL="91440" marR="91440" marT="45720" marB="45720" anchor="ctr">
                    <a:lnL w="9525">
                      <a:solidFill>
                        <a:srgbClr val="DFDDD6"/>
                      </a:solidFill>
                      <a:prstDash val="solid"/>
                    </a:lnL>
                    <a:lnR w="9525">
                      <a:solidFill>
                        <a:srgbClr val="DFDDD6"/>
                      </a:solidFill>
                      <a:prstDash val="solid"/>
                    </a:lnR>
                    <a:lnB w="9525">
                      <a:solidFill>
                        <a:srgbClr val="DFDDD6"/>
                      </a:solidFill>
                      <a:prstDash val="solid"/>
                    </a:lnB>
                    <a:solidFill>
                      <a:srgbClr val="F7F6F2"/>
                    </a:solidFill>
                  </a:tcPr>
                </a:tc>
                <a:tc>
                  <a:txBody>
                    <a:bodyPr lIns="171450" tIns="76200" rIns="171450" bIns="76200">
                      <a:noAutofit/>
                    </a:bodyPr>
                    <a:lstStyle/>
                    <a:p>
                      <a:r>
                        <a:rPr sz="2000" b="0">
                          <a:solidFill>
                            <a:srgbClr val="2A2A2A"/>
                          </a:solidFill>
                          <a:latin typeface="Instrument Sans"/>
                          <a:ea typeface="Instrument Sans"/>
                          <a:cs typeface="Instrument Sans"/>
                        </a:rPr>
                        <a:t>Crypto buyer verification</a:t>
                      </a:r>
                    </a:p>
                    <a:p>
                      <a:r>
                        <a:rPr sz="2000" b="0">
                          <a:solidFill>
                            <a:srgbClr val="2A2A2A"/>
                          </a:solidFill>
                          <a:latin typeface="Instrument Sans"/>
                          <a:ea typeface="Instrument Sans"/>
                          <a:cs typeface="Instrument Sans"/>
                        </a:rPr>
                        <a:t>Balance-disclosing funds letter</a:t>
                      </a:r>
                    </a:p>
                  </a:txBody>
                  <a:tcPr marL="91440" marR="91440" marT="45720" marB="45720" anchor="ctr">
                    <a:lnR w="9525">
                      <a:solidFill>
                        <a:srgbClr val="DFDDD6"/>
                      </a:solidFill>
                      <a:prstDash val="solid"/>
                    </a:lnR>
                    <a:lnB w="9525">
                      <a:solidFill>
                        <a:srgbClr val="DFDDD6"/>
                      </a:solidFill>
                      <a:prstDash val="solid"/>
                    </a:lnB>
                    <a:solidFill>
                      <a:srgbClr val="F7F6F2"/>
                    </a:solidFill>
                  </a:tcPr>
                </a:tc>
                <a:tc>
                  <a:txBody>
                    <a:bodyPr lIns="171450" tIns="76200" rIns="171450" bIns="76200">
                      <a:noAutofit/>
                    </a:bodyPr>
                    <a:lstStyle/>
                    <a:p>
                      <a:r>
                        <a:rPr sz="2000" b="0">
                          <a:solidFill>
                            <a:srgbClr val="2A2A2A"/>
                          </a:solidFill>
                          <a:latin typeface="Instrument Sans"/>
                          <a:ea typeface="Instrument Sans"/>
                          <a:cs typeface="Instrument Sans"/>
                        </a:rPr>
                        <a:t>Prove a threshold while hiding the exact balance</a:t>
                      </a:r>
                    </a:p>
                  </a:txBody>
                  <a:tcPr marL="91440" marR="91440" marT="45720" marB="45720" anchor="ctr">
                    <a:lnR w="9525">
                      <a:solidFill>
                        <a:srgbClr val="DFDDD6"/>
                      </a:solidFill>
                      <a:prstDash val="solid"/>
                    </a:lnR>
                    <a:lnB w="9525">
                      <a:solidFill>
                        <a:srgbClr val="DFDDD6"/>
                      </a:solidFill>
                      <a:prstDash val="solid"/>
                    </a:lnB>
                    <a:solidFill>
                      <a:srgbClr val="F7F6F2"/>
                    </a:solidFill>
                  </a:tcPr>
                </a:tc>
              </a:tr>
              <a:tr h="704850">
                <a:tc>
                  <a:txBody>
                    <a:bodyPr lIns="171450" tIns="76200" rIns="171450" bIns="76200">
                      <a:noAutofit/>
                    </a:bodyPr>
                    <a:lstStyle/>
                    <a:p>
                      <a:r>
                        <a:rPr sz="2000" b="1">
                          <a:solidFill>
                            <a:srgbClr val="2A2A2A"/>
                          </a:solidFill>
                          <a:latin typeface="Instrument Sans"/>
                          <a:ea typeface="Instrument Sans"/>
                          <a:cs typeface="Instrument Sans"/>
                        </a:rPr>
                        <a:t>IntegraLayer</a:t>
                      </a:r>
                    </a:p>
                  </a:txBody>
                  <a:tcPr marL="91440" marR="91440" marT="45720" marB="45720" anchor="ctr">
                    <a:lnL w="9525">
                      <a:solidFill>
                        <a:srgbClr val="DFDDD6"/>
                      </a:solidFill>
                      <a:prstDash val="solid"/>
                    </a:lnL>
                    <a:lnR w="9525">
                      <a:solidFill>
                        <a:srgbClr val="DFDDD6"/>
                      </a:solidFill>
                      <a:prstDash val="solid"/>
                    </a:lnR>
                    <a:lnB w="9525">
                      <a:solidFill>
                        <a:srgbClr val="DFDDD6"/>
                      </a:solidFill>
                      <a:prstDash val="solid"/>
                    </a:lnB>
                    <a:solidFill>
                      <a:srgbClr val="F7F6F2"/>
                    </a:solidFill>
                  </a:tcPr>
                </a:tc>
                <a:tc>
                  <a:txBody>
                    <a:bodyPr lIns="171450" tIns="76200" rIns="171450" bIns="76200">
                      <a:noAutofit/>
                    </a:bodyPr>
                    <a:lstStyle/>
                    <a:p>
                      <a:r>
                        <a:rPr sz="2000" b="0">
                          <a:solidFill>
                            <a:srgbClr val="2A2A2A"/>
                          </a:solidFill>
                          <a:latin typeface="Instrument Sans"/>
                          <a:ea typeface="Instrument Sans"/>
                          <a:cs typeface="Instrument Sans"/>
                        </a:rPr>
                        <a:t>Attested property data</a:t>
                      </a:r>
                    </a:p>
                    <a:p>
                      <a:r>
                        <a:rPr sz="2000" b="0">
                          <a:solidFill>
                            <a:srgbClr val="2A2A2A"/>
                          </a:solidFill>
                          <a:latin typeface="Instrument Sans"/>
                          <a:ea typeface="Instrument Sans"/>
                          <a:cs typeface="Instrument Sans"/>
                        </a:rPr>
                        <a:t>Onchain Asset Passport</a:t>
                      </a:r>
                    </a:p>
                  </a:txBody>
                  <a:tcPr marL="91440" marR="91440" marT="45720" marB="45720" anchor="ctr">
                    <a:lnR w="9525">
                      <a:solidFill>
                        <a:srgbClr val="DFDDD6"/>
                      </a:solidFill>
                      <a:prstDash val="solid"/>
                    </a:lnR>
                    <a:lnB w="9525">
                      <a:solidFill>
                        <a:srgbClr val="DFDDD6"/>
                      </a:solidFill>
                      <a:prstDash val="solid"/>
                    </a:lnB>
                    <a:solidFill>
                      <a:srgbClr val="F7F6F2"/>
                    </a:solidFill>
                  </a:tcPr>
                </a:tc>
                <a:tc>
                  <a:txBody>
                    <a:bodyPr lIns="171450" tIns="76200" rIns="171450" bIns="76200">
                      <a:noAutofit/>
                    </a:bodyPr>
                    <a:lstStyle/>
                    <a:p>
                      <a:r>
                        <a:rPr sz="2000" b="0">
                          <a:solidFill>
                            <a:srgbClr val="2A2A2A"/>
                          </a:solidFill>
                          <a:latin typeface="Instrument Sans"/>
                          <a:ea typeface="Instrument Sans"/>
                          <a:cs typeface="Instrument Sans"/>
                        </a:rPr>
                        <a:t>Use a property claim to qualify a specific deal</a:t>
                      </a:r>
                    </a:p>
                  </a:txBody>
                  <a:tcPr marL="91440" marR="91440" marT="45720" marB="45720" anchor="ctr">
                    <a:lnR w="9525">
                      <a:solidFill>
                        <a:srgbClr val="DFDDD6"/>
                      </a:solidFill>
                      <a:prstDash val="solid"/>
                    </a:lnR>
                    <a:lnB w="9525">
                      <a:solidFill>
                        <a:srgbClr val="DFDDD6"/>
                      </a:solidFill>
                      <a:prstDash val="solid"/>
                    </a:lnB>
                    <a:solidFill>
                      <a:srgbClr val="F7F6F2"/>
                    </a:solidFill>
                  </a:tcPr>
                </a:tc>
              </a:tr>
              <a:tr h="704850">
                <a:tc>
                  <a:txBody>
                    <a:bodyPr lIns="171450" tIns="76200" rIns="171450" bIns="76200">
                      <a:noAutofit/>
                    </a:bodyPr>
                    <a:lstStyle/>
                    <a:p>
                      <a:r>
                        <a:rPr sz="2000" b="1">
                          <a:solidFill>
                            <a:srgbClr val="2A2A2A"/>
                          </a:solidFill>
                          <a:latin typeface="Instrument Sans"/>
                          <a:ea typeface="Instrument Sans"/>
                          <a:cs typeface="Instrument Sans"/>
                        </a:rPr>
                        <a:t>MERKAO</a:t>
                      </a:r>
                    </a:p>
                  </a:txBody>
                  <a:tcPr marL="91440" marR="91440" marT="45720" marB="45720" anchor="ctr">
                    <a:lnL w="9525">
                      <a:solidFill>
                        <a:srgbClr val="DFDDD6"/>
                      </a:solidFill>
                      <a:prstDash val="solid"/>
                    </a:lnL>
                    <a:lnR w="9525">
                      <a:solidFill>
                        <a:srgbClr val="DFDDD6"/>
                      </a:solidFill>
                      <a:prstDash val="solid"/>
                    </a:lnR>
                    <a:lnB w="9525">
                      <a:solidFill>
                        <a:srgbClr val="DFDDD6"/>
                      </a:solidFill>
                      <a:prstDash val="solid"/>
                    </a:lnB>
                    <a:solidFill>
                      <a:srgbClr val="F7F6F2"/>
                    </a:solidFill>
                  </a:tcPr>
                </a:tc>
                <a:tc>
                  <a:txBody>
                    <a:bodyPr lIns="171450" tIns="76200" rIns="171450" bIns="76200">
                      <a:noAutofit/>
                    </a:bodyPr>
                    <a:lstStyle/>
                    <a:p>
                      <a:r>
                        <a:rPr sz="2000" b="0">
                          <a:solidFill>
                            <a:srgbClr val="2A2A2A"/>
                          </a:solidFill>
                          <a:latin typeface="Instrument Sans"/>
                          <a:ea typeface="Instrument Sans"/>
                          <a:cs typeface="Instrument Sans"/>
                        </a:rPr>
                        <a:t>Verified counterparties</a:t>
                      </a:r>
                    </a:p>
                    <a:p>
                      <a:r>
                        <a:rPr sz="2000" b="0">
                          <a:solidFill>
                            <a:srgbClr val="2A2A2A"/>
                          </a:solidFill>
                          <a:latin typeface="Instrument Sans"/>
                          <a:ea typeface="Instrument Sans"/>
                          <a:cs typeface="Instrument Sans"/>
                        </a:rPr>
                        <a:t>NDA and private data rooms</a:t>
                      </a:r>
                    </a:p>
                  </a:txBody>
                  <a:tcPr marL="91440" marR="91440" marT="45720" marB="45720" anchor="ctr">
                    <a:lnR w="9525">
                      <a:solidFill>
                        <a:srgbClr val="DFDDD6"/>
                      </a:solidFill>
                      <a:prstDash val="solid"/>
                    </a:lnR>
                    <a:lnB w="9525">
                      <a:solidFill>
                        <a:srgbClr val="DFDDD6"/>
                      </a:solidFill>
                      <a:prstDash val="solid"/>
                    </a:lnB>
                    <a:solidFill>
                      <a:srgbClr val="F7F6F2"/>
                    </a:solidFill>
                  </a:tcPr>
                </a:tc>
                <a:tc>
                  <a:txBody>
                    <a:bodyPr lIns="171450" tIns="76200" rIns="171450" bIns="76200">
                      <a:noAutofit/>
                    </a:bodyPr>
                    <a:lstStyle/>
                    <a:p>
                      <a:r>
                        <a:rPr sz="2000" b="0">
                          <a:solidFill>
                            <a:srgbClr val="2A2A2A"/>
                          </a:solidFill>
                          <a:latin typeface="Instrument Sans"/>
                          <a:ea typeface="Instrument Sans"/>
                          <a:cs typeface="Instrument Sans"/>
                        </a:rPr>
                        <a:t>Enforce one mutual policy with Stellar verification</a:t>
                      </a:r>
                    </a:p>
                  </a:txBody>
                  <a:tcPr marL="91440" marR="91440" marT="45720" marB="45720" anchor="ctr">
                    <a:lnR w="9525">
                      <a:solidFill>
                        <a:srgbClr val="DFDDD6"/>
                      </a:solidFill>
                      <a:prstDash val="solid"/>
                    </a:lnR>
                    <a:lnB w="9525">
                      <a:solidFill>
                        <a:srgbClr val="DFDDD6"/>
                      </a:solidFill>
                      <a:prstDash val="solid"/>
                    </a:lnB>
                    <a:solidFill>
                      <a:srgbClr val="F7F6F2"/>
                    </a:solidFill>
                  </a:tcPr>
                </a:tc>
              </a:tr>
            </a:tbl>
          </a:graphicData>
        </a:graphic>
      </p:graphicFrame>
    </p:spTree>
    <p:extLst>
      <p:ext uri="{BB962C8B-B14F-4D97-AF65-F5344CB8AC3E}">
        <p14:creationId xmlns:p14="http://schemas.microsoft.com/office/powerpoint/2010/main" val="605699683"/>
      </p:ext>
    </p:extLst>
  </p:cSld>
</p:sld>
</file>

<file path=ppt/slides/slide5.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150" name="Google Shape;150;p16">
            <a:extLst xmlns:a="http://schemas.openxmlformats.org/drawingml/2006/main">
              <a:ext uri="{FF2B5EF4-FFF2-40B4-BE49-F238E27FC236}">
                <a16:creationId xmlns:a16="http://schemas.microsoft.com/office/drawing/2014/main" id="{85C5989C-8846-4E3B-B50D-094140EABE6A}"/>
              </a:ext>
            </a:extLst>
          </p:cNvPr>
          <p:cNvSpPr>
            <a:spLocks xmlns:a="http://schemas.openxmlformats.org/drawingml/2006/main" noGrp="1"/>
          </p:cNvSpPr>
          <p:nvPr/>
        </p:nvSpPr>
        <p:spPr>
          <a:xfrm xmlns:a="http://schemas.openxmlformats.org/drawingml/2006/main">
            <a:off x="0" y="0"/>
            <a:ext cx="18288000" cy="731520"/>
          </a:xfrm>
          <a:prstGeom xmlns:a="http://schemas.openxmlformats.org/drawingml/2006/main" prst="rect">
            <a:avLst/>
          </a:prstGeom>
          <a:solidFill xmlns:a="http://schemas.openxmlformats.org/drawingml/2006/main">
            <a:srgbClr val="0F0F0F"/>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51" name="Google Shape;151;p16">
            <a:extLst xmlns:a="http://schemas.openxmlformats.org/drawingml/2006/main">
              <a:ext uri="{FF2B5EF4-FFF2-40B4-BE49-F238E27FC236}">
                <a16:creationId xmlns:a16="http://schemas.microsoft.com/office/drawing/2014/main" id="{F00A8A7B-FFA5-4E89-8C3F-E8F5353DF9DD}"/>
              </a:ext>
            </a:extLst>
          </p:cNvPr>
          <p:cNvSpPr>
            <a:spLocks xmlns:a="http://schemas.openxmlformats.org/drawingml/2006/main" noGrp="1"/>
          </p:cNvSpPr>
          <p:nvPr/>
        </p:nvSpPr>
        <p:spPr>
          <a:xfrm xmlns:a="http://schemas.openxmlformats.org/drawingml/2006/main">
            <a:off x="914400" y="201168"/>
            <a:ext cx="4572000" cy="213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spAutoFit/>
          </a:bodyPr>
          <a:lstStyle xmlns:a="http://schemas.openxmlformats.org/drawingml/2006/main"/>
          <a:p xmlns:a="http://schemas.openxmlformats.org/drawingml/2006/main">
            <a:pPr marL="0" marR="0" lvl="0" indent="0" algn="l">
              <a:spcBef>
                <a:spcPts val="0"/>
              </a:spcBef>
              <a:spcAft>
                <a:spcPts val="0"/>
              </a:spcAft>
              <a:buNone/>
            </a:pPr>
            <a:r>
              <a:rPr sz="1400" b="1" i="0" u="none" strike="noStrike" cap="none">
                <a:solidFill>
                  <a:srgbClr val="FDDA24"/>
                </a:solidFill>
                <a:latin typeface="JetBrains Mono"/>
                <a:ea typeface="JetBrains Mono"/>
                <a:cs typeface="JetBrains Mono"/>
              </a:rPr>
              <a:t>PLATFORM 05 / 06</a:t>
            </a:r>
            <a:endParaRPr/>
          </a:p>
        </p:txBody>
      </p:sp>
      <p:sp>
        <p:nvSpPr>
          <p:cNvPr id="152" name="Google Shape;152;p16">
            <a:extLst xmlns:a="http://schemas.openxmlformats.org/drawingml/2006/main">
              <a:ext uri="{FF2B5EF4-FFF2-40B4-BE49-F238E27FC236}">
                <a16:creationId xmlns:a16="http://schemas.microsoft.com/office/drawing/2014/main" id="{CD34A260-CF33-49E2-84D1-C699D5B2A6F6}"/>
              </a:ext>
            </a:extLst>
          </p:cNvPr>
          <p:cNvSpPr>
            <a:spLocks xmlns:a="http://schemas.openxmlformats.org/drawingml/2006/main" noGrp="1"/>
          </p:cNvSpPr>
          <p:nvPr/>
        </p:nvSpPr>
        <p:spPr>
          <a:xfrm xmlns:a="http://schemas.openxmlformats.org/drawingml/2006/main">
            <a:off x="5486400" y="201168"/>
            <a:ext cx="7315200" cy="329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spAutoFit/>
          </a:bodyPr>
          <a:lstStyle xmlns:a="http://schemas.openxmlformats.org/drawingml/2006/main"/>
          <a:p xmlns:a="http://schemas.openxmlformats.org/drawingml/2006/main">
            <a:pPr marL="0" marR="0" lvl="0" indent="0" algn="ctr">
              <a:spcBef>
                <a:spcPts val="0"/>
              </a:spcBef>
              <a:spcAft>
                <a:spcPts val="0"/>
              </a:spcAft>
              <a:buNone/>
            </a:pPr>
            <a:r>
              <a:rPr sz="1400" b="1" i="0" u="none" strike="noStrike" cap="none">
                <a:solidFill>
                  <a:srgbClr val="FFFFFF"/>
                </a:solidFill>
                <a:latin typeface="JetBrains Mono"/>
                <a:ea typeface="JetBrains Mono"/>
                <a:cs typeface="JetBrains Mono"/>
              </a:rPr>
              <a:t>HACKMERIDIAN 2026 · LISBON</a:t>
            </a:r>
            <a:endParaRPr/>
          </a:p>
        </p:txBody>
      </p:sp>
      <p:sp>
        <p:nvSpPr>
          <p:cNvPr id="153" name="Google Shape;153;p16">
            <a:extLst xmlns:a="http://schemas.openxmlformats.org/drawingml/2006/main">
              <a:ext uri="{FF2B5EF4-FFF2-40B4-BE49-F238E27FC236}">
                <a16:creationId xmlns:a16="http://schemas.microsoft.com/office/drawing/2014/main" id="{7A35BA08-81A7-42ED-B825-39793C0216DF}"/>
              </a:ext>
            </a:extLst>
          </p:cNvPr>
          <p:cNvSpPr>
            <a:spLocks xmlns:a="http://schemas.openxmlformats.org/drawingml/2006/main" noGrp="1"/>
          </p:cNvSpPr>
          <p:nvPr/>
        </p:nvSpPr>
        <p:spPr>
          <a:xfrm xmlns:a="http://schemas.openxmlformats.org/drawingml/2006/main">
            <a:off x="12801600" y="201168"/>
            <a:ext cx="4572000" cy="329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spAutoFit/>
          </a:bodyPr>
          <a:lstStyle xmlns:a="http://schemas.openxmlformats.org/drawingml/2006/main"/>
          <a:p xmlns:a="http://schemas.openxmlformats.org/drawingml/2006/main">
            <a:pPr marL="0" marR="0" lvl="0" indent="0" algn="r">
              <a:spcBef>
                <a:spcPts val="0"/>
              </a:spcBef>
              <a:spcAft>
                <a:spcPts val="0"/>
              </a:spcAft>
              <a:buNone/>
            </a:pPr>
            <a:r>
              <a:rPr sz="1400" b="1" i="0" u="none" strike="noStrike" cap="none">
                <a:solidFill>
                  <a:srgbClr val="FFFFFF"/>
                </a:solidFill>
                <a:latin typeface="JetBrains Mono"/>
                <a:ea typeface="JetBrains Mono"/>
                <a:cs typeface="JetBrains Mono"/>
              </a:rPr>
              <a:t>NEXT ▸ THE TEAM</a:t>
            </a:r>
            <a:endParaRPr/>
          </a:p>
        </p:txBody>
      </p:sp>
      <p:sp>
        <p:nvSpPr>
          <p:cNvPr id="154" name="Google Shape;154;p16">
            <a:extLst xmlns:a="http://schemas.openxmlformats.org/drawingml/2006/main">
              <a:ext uri="{FF2B5EF4-FFF2-40B4-BE49-F238E27FC236}">
                <a16:creationId xmlns:a16="http://schemas.microsoft.com/office/drawing/2014/main" id="{E27254A5-EED6-4B59-9DD7-31D3C56D172B}"/>
              </a:ext>
            </a:extLst>
          </p:cNvPr>
          <p:cNvSpPr>
            <a:spLocks xmlns:a="http://schemas.openxmlformats.org/drawingml/2006/main" noGrp="1"/>
          </p:cNvSpPr>
          <p:nvPr/>
        </p:nvSpPr>
        <p:spPr>
          <a:xfrm xmlns:a="http://schemas.openxmlformats.org/drawingml/2006/main">
            <a:off x="914400" y="1417320"/>
            <a:ext cx="2651760" cy="475488"/>
          </a:xfrm>
          <a:prstGeom xmlns:a="http://schemas.openxmlformats.org/drawingml/2006/main" prst="roundRect">
            <a:avLst>
              <a:gd name="adj" fmla="val 50000"/>
            </a:avLst>
          </a:prstGeom>
          <a:solidFill xmlns:a="http://schemas.openxmlformats.org/drawingml/2006/main">
            <a:srgbClr val="FDDA24"/>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None/>
            </a:pPr>
            <a:r>
              <a:rPr sz="1200" b="1" i="0" u="none" strike="noStrike" cap="none">
                <a:solidFill>
                  <a:srgbClr val="0F0F0F"/>
                </a:solidFill>
                <a:latin typeface="JetBrains Mono"/>
                <a:ea typeface="JetBrains Mono"/>
                <a:cs typeface="JetBrains Mono"/>
              </a:rPr>
              <a:t>PITCH STEP 03 / 04</a:t>
            </a:r>
            <a:endParaRPr/>
          </a:p>
        </p:txBody>
      </p:sp>
      <p:sp>
        <p:nvSpPr>
          <p:cNvPr id="155" name="Google Shape;155;p16">
            <a:extLst xmlns:a="http://schemas.openxmlformats.org/drawingml/2006/main">
              <a:ext uri="{FF2B5EF4-FFF2-40B4-BE49-F238E27FC236}">
                <a16:creationId xmlns:a16="http://schemas.microsoft.com/office/drawing/2014/main" id="{E483756A-1762-4828-884A-E49505290C43}"/>
              </a:ext>
            </a:extLst>
          </p:cNvPr>
          <p:cNvSpPr>
            <a:spLocks xmlns:a="http://schemas.openxmlformats.org/drawingml/2006/main" noGrp="1"/>
          </p:cNvSpPr>
          <p:nvPr/>
        </p:nvSpPr>
        <p:spPr>
          <a:xfrm xmlns:a="http://schemas.openxmlformats.org/drawingml/2006/main">
            <a:off x="914400" y="2103120"/>
            <a:ext cx="16459200" cy="1371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l">
              <a:spcBef>
                <a:spcPts val="0"/>
              </a:spcBef>
              <a:spcAft>
                <a:spcPts val="0"/>
              </a:spcAft>
              <a:buNone/>
            </a:pPr>
            <a:r>
              <a:rPr sz="10000" b="1" i="0" u="none" strike="noStrike" cap="none">
                <a:solidFill>
                  <a:srgbClr val="0F0F0F"/>
                </a:solidFill>
                <a:latin typeface="Inter Tight"/>
                <a:ea typeface="Inter Tight"/>
                <a:cs typeface="Inter Tight"/>
              </a:rPr>
              <a:t>TECHNICAL WORKFLOW</a:t>
            </a:r>
            <a:endParaRPr/>
          </a:p>
        </p:txBody>
      </p:sp>
      <p:sp>
        <p:nvSpPr>
          <p:cNvPr id="156" name="Google Shape;156;p16">
            <a:extLst xmlns:a="http://schemas.openxmlformats.org/drawingml/2006/main">
              <a:ext uri="{FF2B5EF4-FFF2-40B4-BE49-F238E27FC236}">
                <a16:creationId xmlns:a16="http://schemas.microsoft.com/office/drawing/2014/main" id="{CA0E6CDD-3EB4-4254-809E-2FE090F966A4}"/>
              </a:ext>
            </a:extLst>
          </p:cNvPr>
          <p:cNvSpPr>
            <a:spLocks xmlns:a="http://schemas.openxmlformats.org/drawingml/2006/main" noGrp="1"/>
          </p:cNvSpPr>
          <p:nvPr/>
        </p:nvSpPr>
        <p:spPr>
          <a:xfrm xmlns:a="http://schemas.openxmlformats.org/drawingml/2006/main">
            <a:off x="914400" y="3931920"/>
            <a:ext cx="10972800" cy="4267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l">
              <a:spcBef>
                <a:spcPts val="0"/>
              </a:spcBef>
              <a:spcAft>
                <a:spcPts val="0"/>
              </a:spcAft>
              <a:buNone/>
            </a:pPr>
            <a:r>
              <a:rPr sz="2800" b="1" i="0" u="none" strike="noStrike" cap="none">
                <a:solidFill>
                  <a:srgbClr val="0F0F0F"/>
                </a:solidFill>
                <a:latin typeface="Instrument Sans"/>
                <a:ea typeface="Instrument Sans"/>
                <a:cs typeface="Instrument Sans"/>
              </a:rPr>
              <a:t>Issuer-backed ZK verification controls room access.</a:t>
            </a:r>
            <a:endParaRPr/>
          </a:p>
        </p:txBody>
      </p:sp>
      <p:sp>
        <p:nvSpPr>
          <p:cNvPr id="157" name="Google Shape;157;p16">
            <a:extLst xmlns:a="http://schemas.openxmlformats.org/drawingml/2006/main">
              <a:ext uri="{FF2B5EF4-FFF2-40B4-BE49-F238E27FC236}">
                <a16:creationId xmlns:a16="http://schemas.microsoft.com/office/drawing/2014/main" id="{3780A7D6-3C8C-428E-97D0-8DE277659E5B}"/>
              </a:ext>
            </a:extLst>
          </p:cNvPr>
          <p:cNvSpPr>
            <a:spLocks xmlns:a="http://schemas.openxmlformats.org/drawingml/2006/main" noGrp="1"/>
          </p:cNvSpPr>
          <p:nvPr/>
        </p:nvSpPr>
        <p:spPr>
          <a:xfrm xmlns:a="http://schemas.openxmlformats.org/drawingml/2006/main">
            <a:off x="914400" y="4709160"/>
            <a:ext cx="11612880" cy="1844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defRPr sz="2400">
                <a:solidFill>
                  <a:srgbClr val="2A2A2A"/>
                </a:solidFill>
                <a:latin typeface="Instrument Sans"/>
                <a:ea typeface="Instrument Sans"/>
                <a:cs typeface="Instrument Sans"/>
              </a:defRPr>
            </a:defPPr>
            <a:lvl1pPr>
              <a:buNone/>
              <a:defRPr sz="2400">
                <a:solidFill>
                  <a:srgbClr val="2A2A2A"/>
                </a:solidFill>
                <a:latin typeface="Instrument Sans"/>
                <a:ea typeface="Instrument Sans"/>
                <a:cs typeface="Instrument Sans"/>
              </a:defRPr>
            </a:lvl1pPr>
            <a:lvl2pPr>
              <a:buNone/>
              <a:defRPr sz="2400">
                <a:solidFill>
                  <a:srgbClr val="2A2A2A"/>
                </a:solidFill>
                <a:latin typeface="Instrument Sans"/>
                <a:ea typeface="Instrument Sans"/>
                <a:cs typeface="Instrument Sans"/>
              </a:defRPr>
            </a:lvl2pPr>
            <a:lvl3pPr>
              <a:buNone/>
              <a:defRPr sz="2400">
                <a:solidFill>
                  <a:srgbClr val="2A2A2A"/>
                </a:solidFill>
                <a:latin typeface="Instrument Sans"/>
                <a:ea typeface="Instrument Sans"/>
                <a:cs typeface="Instrument Sans"/>
              </a:defRPr>
            </a:lvl3pPr>
            <a:lvl4pPr>
              <a:buNone/>
              <a:defRPr sz="2400">
                <a:solidFill>
                  <a:srgbClr val="2A2A2A"/>
                </a:solidFill>
                <a:latin typeface="Instrument Sans"/>
                <a:ea typeface="Instrument Sans"/>
                <a:cs typeface="Instrument Sans"/>
              </a:defRPr>
            </a:lvl4pPr>
            <a:lvl5pPr>
              <a:buNone/>
              <a:defRPr sz="2400">
                <a:solidFill>
                  <a:srgbClr val="2A2A2A"/>
                </a:solidFill>
                <a:latin typeface="Instrument Sans"/>
                <a:ea typeface="Instrument Sans"/>
                <a:cs typeface="Instrument Sans"/>
              </a:defRPr>
            </a:lvl5pPr>
            <a:lvl6pPr>
              <a:buNone/>
              <a:defRPr sz="2400">
                <a:solidFill>
                  <a:srgbClr val="2A2A2A"/>
                </a:solidFill>
                <a:latin typeface="Instrument Sans"/>
                <a:ea typeface="Instrument Sans"/>
                <a:cs typeface="Instrument Sans"/>
              </a:defRPr>
            </a:lvl6pPr>
            <a:lvl7pPr>
              <a:buNone/>
              <a:defRPr sz="2400">
                <a:solidFill>
                  <a:srgbClr val="2A2A2A"/>
                </a:solidFill>
                <a:latin typeface="Instrument Sans"/>
                <a:ea typeface="Instrument Sans"/>
                <a:cs typeface="Instrument Sans"/>
              </a:defRPr>
            </a:lvl7pPr>
            <a:lvl8pPr>
              <a:buNone/>
              <a:defRPr sz="2400">
                <a:solidFill>
                  <a:srgbClr val="2A2A2A"/>
                </a:solidFill>
                <a:latin typeface="Instrument Sans"/>
                <a:ea typeface="Instrument Sans"/>
                <a:cs typeface="Instrument Sans"/>
              </a:defRPr>
            </a:lvl8pPr>
            <a:lvl9pPr>
              <a:buNone/>
              <a:defRPr sz="2400">
                <a:solidFill>
                  <a:srgbClr val="2A2A2A"/>
                </a:solidFill>
                <a:latin typeface="Instrument Sans"/>
                <a:ea typeface="Instrument Sans"/>
                <a:cs typeface="Instrument Sans"/>
              </a:defRPr>
            </a:lvl9pPr>
          </a:lstStyle>
          <a:p xmlns:a="http://schemas.openxmlformats.org/drawingml/2006/main">
            <a:pPr marL="411480" marR="0" lvl="0" indent="-411480" algn="l">
              <a:spcBef>
                <a:spcPts val="0"/>
              </a:spcBef>
              <a:spcAft>
                <a:spcPts val="0"/>
              </a:spcAft>
              <a:buClr>
                <a:srgbClr val="0F0F0F"/>
              </a:buClr>
              <a:buSzPts val="2400"/>
              <a:buFont typeface="Arial"/>
              <a:buChar char="►"/>
              <a:defRPr sz="2400">
                <a:solidFill>
                  <a:srgbClr val="2A2A2A"/>
                </a:solidFill>
                <a:latin typeface="Instrument Sans"/>
                <a:ea typeface="Instrument Sans"/>
                <a:cs typeface="Instrument Sans"/>
              </a:defRPr>
            </a:pPr>
            <a:r>
              <a:rPr sz="2400" b="0" i="0" u="none" strike="noStrike" cap="none">
                <a:solidFill>
                  <a:srgbClr val="2A2A2A"/>
                </a:solidFill>
                <a:latin typeface="Instrument Sans"/>
                <a:ea typeface="Instrument Sans"/>
                <a:cs typeface="Instrument Sans"/>
              </a:rPr>
              <a:t>Issuers register a financial root and a property-authority claim.</a:t>
            </a:r>
            <a:endParaRPr/>
          </a:p>
          <a:p xmlns:a="http://schemas.openxmlformats.org/drawingml/2006/main">
            <a:pPr marL="411480" marR="0" lvl="0" indent="-411480" algn="l">
              <a:spcBef>
                <a:spcPts val="1000"/>
              </a:spcBef>
              <a:spcAft>
                <a:spcPts val="0"/>
              </a:spcAft>
              <a:buClr>
                <a:srgbClr val="0F0F0F"/>
              </a:buClr>
              <a:buSzPts val="2400"/>
              <a:buFont typeface="Arial"/>
              <a:buChar char="►"/>
              <a:defRPr sz="2400">
                <a:solidFill>
                  <a:srgbClr val="2A2A2A"/>
                </a:solidFill>
                <a:latin typeface="Instrument Sans"/>
                <a:ea typeface="Instrument Sans"/>
                <a:cs typeface="Instrument Sans"/>
              </a:defRPr>
            </a:pPr>
            <a:r>
              <a:rPr sz="2400" b="0" i="0" u="none" strike="noStrike" cap="none">
                <a:solidFill>
                  <a:srgbClr val="2A2A2A"/>
                </a:solidFill>
                <a:latin typeface="Instrument Sans"/>
                <a:ea typeface="Instrument Sans"/>
                <a:cs typeface="Instrument Sans"/>
              </a:rPr>
              <a:t>Circom / snarkjs proves balance, membership, expiry and deal binding.</a:t>
            </a:r>
            <a:endParaRPr/>
          </a:p>
          <a:p xmlns:a="http://schemas.openxmlformats.org/drawingml/2006/main">
            <a:pPr marL="411480" marR="0" lvl="0" indent="-411480" algn="l">
              <a:spcBef>
                <a:spcPts val="1000"/>
              </a:spcBef>
              <a:spcAft>
                <a:spcPts val="0"/>
              </a:spcAft>
              <a:buClr>
                <a:srgbClr val="0F0F0F"/>
              </a:buClr>
              <a:buSzPts val="2400"/>
              <a:buFont typeface="Arial"/>
              <a:buChar char="►"/>
              <a:defRPr sz="2400">
                <a:solidFill>
                  <a:srgbClr val="2A2A2A"/>
                </a:solidFill>
                <a:latin typeface="Instrument Sans"/>
                <a:ea typeface="Instrument Sans"/>
                <a:cs typeface="Instrument Sans"/>
              </a:defRPr>
            </a:pPr>
            <a:r>
              <a:rPr sz="2400" b="0" i="0" u="none" strike="noStrike" cap="none">
                <a:solidFill>
                  <a:srgbClr val="2A2A2A"/>
                </a:solidFill>
                <a:latin typeface="Instrument Sans"/>
                <a:ea typeface="Instrument Sans"/>
                <a:cs typeface="Instrument Sans"/>
              </a:rPr>
              <a:t>Soroban verifies Groth16 with BN254 and rejects reused nullifiers.</a:t>
            </a:r>
            <a:endParaRPr/>
          </a:p>
          <a:p xmlns:a="http://schemas.openxmlformats.org/drawingml/2006/main">
            <a:pPr marL="411480" marR="0" lvl="0" indent="-411480" algn="l">
              <a:spcBef>
                <a:spcPts val="1000"/>
              </a:spcBef>
              <a:spcAft>
                <a:spcPts val="0"/>
              </a:spcAft>
              <a:buClr>
                <a:srgbClr val="0F0F0F"/>
              </a:buClr>
              <a:buSzPts val="2400"/>
              <a:buFont typeface="Arial"/>
              <a:buChar char="►"/>
              <a:defRPr sz="2400">
                <a:solidFill>
                  <a:srgbClr val="2A2A2A"/>
                </a:solidFill>
                <a:latin typeface="Instrument Sans"/>
                <a:ea typeface="Instrument Sans"/>
                <a:cs typeface="Instrument Sans"/>
              </a:defRPr>
            </a:pPr>
            <a:r>
              <a:rPr sz="2400" b="0" i="0" u="none" strike="noStrike" cap="none">
                <a:solidFill>
                  <a:srgbClr val="2A2A2A"/>
                </a:solidFill>
                <a:latin typeface="Instrument Sans"/>
                <a:ea typeface="Instrument Sans"/>
                <a:cs typeface="Instrument Sans"/>
              </a:rPr>
              <a:t>Worker checks chain state and both consents before serving the dossier.</a:t>
            </a:r>
            <a:endParaRPr/>
          </a:p>
        </p:txBody>
      </p:sp>
      <p:sp>
        <p:nvSpPr>
          <p:cNvPr id="158" name="Google Shape;158;p16">
            <a:extLst xmlns:a="http://schemas.openxmlformats.org/drawingml/2006/main">
              <a:ext uri="{FF2B5EF4-FFF2-40B4-BE49-F238E27FC236}">
                <a16:creationId xmlns:a16="http://schemas.microsoft.com/office/drawing/2014/main" id="{9E580F45-3BC9-4FD8-AAA0-9BF7110165A8}"/>
              </a:ext>
            </a:extLst>
          </p:cNvPr>
          <p:cNvSpPr>
            <a:spLocks xmlns:a="http://schemas.openxmlformats.org/drawingml/2006/main" noGrp="1"/>
          </p:cNvSpPr>
          <p:nvPr/>
        </p:nvSpPr>
        <p:spPr>
          <a:xfrm xmlns:a="http://schemas.openxmlformats.org/drawingml/2006/main">
            <a:off x="914400" y="7086600"/>
            <a:ext cx="10789920" cy="1051560"/>
          </a:xfrm>
          <a:prstGeom xmlns:a="http://schemas.openxmlformats.org/drawingml/2006/main" prst="roundRect">
            <a:avLst>
              <a:gd name="adj" fmla="val 22000"/>
            </a:avLst>
          </a:prstGeom>
          <a:solidFill xmlns:a="http://schemas.openxmlformats.org/drawingml/2006/main">
            <a:srgbClr val="FFFFFF"/>
          </a:solidFill>
          <a:ln xmlns:a="http://schemas.openxmlformats.org/drawingml/2006/main" w="38100" cap="flat" cmpd="sng">
            <a:solidFill>
              <a:srgbClr val="FDDA24"/>
            </a:solidFill>
            <a:prstDash val="solid"/>
            <a:round/>
            <a:headEnd type="none" w="sm" len="sm"/>
            <a:tailEnd type="none" w="sm" len="sm"/>
          </a:ln>
        </p:spPr>
        <p:txBody>
          <a:bodyPr xmlns:a="http://schemas.openxmlformats.org/drawingml/2006/main" spcFirstLastPara="1" wrap="square" lIns="365750" tIns="0" rIns="365750" bIns="0" anchor="ctr">
            <a:noAutofit/>
          </a:bodyPr>
          <a:lstStyle xmlns:a="http://schemas.openxmlformats.org/drawingml/2006/main"/>
          <a:p xmlns:a="http://schemas.openxmlformats.org/drawingml/2006/main">
            <a:pPr marL="0" marR="0" lvl="0" indent="0" algn="l">
              <a:spcBef>
                <a:spcPts val="0"/>
              </a:spcBef>
              <a:spcAft>
                <a:spcPts val="0"/>
              </a:spcAft>
              <a:buNone/>
            </a:pPr>
            <a:r>
              <a:rPr sz="2400" b="1" i="0" u="none" strike="noStrike" cap="none">
                <a:solidFill>
                  <a:srgbClr val="0F0F0F"/>
                </a:solidFill>
                <a:latin typeface="Instrument Sans"/>
                <a:ea typeface="Instrument Sans"/>
                <a:cs typeface="Instrument Sans"/>
              </a:rPr>
              <a:t>Buyer proof, seller authority and mutual disclosure verified.</a:t>
            </a:r>
            <a:endParaRPr/>
          </a:p>
          <a:p xmlns:a="http://schemas.openxmlformats.org/drawingml/2006/main">
            <a:pPr marL="0" marR="0" lvl="0" indent="0" algn="l">
              <a:spcBef>
                <a:spcPts val="0"/>
              </a:spcBef>
              <a:spcAft>
                <a:spcPts val="0"/>
              </a:spcAft>
              <a:buNone/>
            </a:pPr>
            <a:r>
              <a:rPr sz="2400" b="1" i="0" u="none" strike="noStrike" cap="none">
                <a:solidFill>
                  <a:srgbClr val="0F0F0F"/>
                </a:solidFill>
                <a:latin typeface="Instrument Sans"/>
                <a:ea typeface="Instrument Sans"/>
                <a:cs typeface="Instrument Sans"/>
              </a:rPr>
              <a:t>Browser proof: 2.4–2.6s observed. Fresh chain checks for access.</a:t>
            </a:r>
            <a:endParaRPr/>
          </a:p>
        </p:txBody>
      </p:sp>
      <p:sp>
        <p:nvSpPr>
          <p:cNvPr id="159" name="Google Shape;159;p16">
            <a:extLst xmlns:a="http://schemas.openxmlformats.org/drawingml/2006/main">
              <a:ext uri="{FF2B5EF4-FFF2-40B4-BE49-F238E27FC236}">
                <a16:creationId xmlns:a16="http://schemas.microsoft.com/office/drawing/2014/main" id="{5E25FB48-E0C5-4FD0-BE64-19BB799284E5}"/>
              </a:ext>
            </a:extLst>
          </p:cNvPr>
          <p:cNvSpPr>
            <a:spLocks xmlns:a="http://schemas.openxmlformats.org/drawingml/2006/main" noGrp="1"/>
          </p:cNvSpPr>
          <p:nvPr/>
        </p:nvSpPr>
        <p:spPr>
          <a:xfrm xmlns:a="http://schemas.openxmlformats.org/drawingml/2006/main">
            <a:off x="12893040" y="4023360"/>
            <a:ext cx="4480560" cy="2597771"/>
          </a:xfrm>
          <a:custGeom xmlns:a="http://schemas.openxmlformats.org/drawingml/2006/main">
            <a:rect l="l" t="t" r="r" b="b"/>
            <a:pathLst>
              <a:path w="4480560" h="2597771">
                <a:moveTo>
                  <a:pt x="0" y="0"/>
                </a:moveTo>
                <a:lnTo>
                  <a:pt x="0" y="1000976"/>
                </a:lnTo>
                <a:lnTo>
                  <a:pt x="2240280" y="2597771"/>
                </a:lnTo>
                <a:lnTo>
                  <a:pt x="4480560" y="1000976"/>
                </a:lnTo>
                <a:lnTo>
                  <a:pt x="4480560" y="0"/>
                </a:lnTo>
                <a:lnTo>
                  <a:pt x="2240280" y="1358467"/>
                </a:lnTo>
                <a:close/>
              </a:path>
            </a:pathLst>
          </a:custGeom>
          <a:solidFill xmlns:a="http://schemas.openxmlformats.org/drawingml/2006/main">
            <a:srgbClr val="0F0F0F">
              <a:alpha val="7059"/>
            </a:srgbClr>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60" name="Google Shape;160;p16">
            <a:extLst xmlns:a="http://schemas.openxmlformats.org/drawingml/2006/main">
              <a:ext uri="{FF2B5EF4-FFF2-40B4-BE49-F238E27FC236}">
                <a16:creationId xmlns:a16="http://schemas.microsoft.com/office/drawing/2014/main" id="{225DC292-25C9-4C1B-BFF1-D9867A9A3809}"/>
              </a:ext>
            </a:extLst>
          </p:cNvPr>
          <p:cNvSpPr>
            <a:spLocks xmlns:a="http://schemas.openxmlformats.org/drawingml/2006/main" noGrp="1"/>
          </p:cNvSpPr>
          <p:nvPr/>
        </p:nvSpPr>
        <p:spPr>
          <a:xfrm xmlns:a="http://schemas.openxmlformats.org/drawingml/2006/main">
            <a:off x="12893040" y="5882315"/>
            <a:ext cx="1310802" cy="1620628"/>
          </a:xfrm>
          <a:custGeom xmlns:a="http://schemas.openxmlformats.org/drawingml/2006/main">
            <a:rect l="l" t="t" r="r" b="b"/>
            <a:pathLst>
              <a:path w="1310802" h="1620628">
                <a:moveTo>
                  <a:pt x="0" y="0"/>
                </a:moveTo>
                <a:lnTo>
                  <a:pt x="0" y="1620628"/>
                </a:lnTo>
                <a:lnTo>
                  <a:pt x="1310802" y="786482"/>
                </a:lnTo>
                <a:close/>
              </a:path>
            </a:pathLst>
          </a:custGeom>
          <a:solidFill xmlns:a="http://schemas.openxmlformats.org/drawingml/2006/main">
            <a:srgbClr val="0F0F0F">
              <a:alpha val="7059"/>
            </a:srgbClr>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61" name="Google Shape;161;p16">
            <a:extLst xmlns:a="http://schemas.openxmlformats.org/drawingml/2006/main">
              <a:ext uri="{FF2B5EF4-FFF2-40B4-BE49-F238E27FC236}">
                <a16:creationId xmlns:a16="http://schemas.microsoft.com/office/drawing/2014/main" id="{2EA02A3F-5C96-4A69-8B08-75A949EB7C73}"/>
              </a:ext>
            </a:extLst>
          </p:cNvPr>
          <p:cNvSpPr>
            <a:spLocks xmlns:a="http://schemas.openxmlformats.org/drawingml/2006/main" noGrp="1"/>
          </p:cNvSpPr>
          <p:nvPr/>
        </p:nvSpPr>
        <p:spPr>
          <a:xfrm xmlns:a="http://schemas.openxmlformats.org/drawingml/2006/main">
            <a:off x="16062797" y="5882315"/>
            <a:ext cx="1310803" cy="1620628"/>
          </a:xfrm>
          <a:custGeom xmlns:a="http://schemas.openxmlformats.org/drawingml/2006/main">
            <a:rect l="l" t="t" r="r" b="b"/>
            <a:pathLst>
              <a:path w="1310803" h="1620628">
                <a:moveTo>
                  <a:pt x="1310803" y="0"/>
                </a:moveTo>
                <a:lnTo>
                  <a:pt x="1310803" y="1620628"/>
                </a:lnTo>
                <a:lnTo>
                  <a:pt x="0" y="786482"/>
                </a:lnTo>
                <a:close/>
              </a:path>
            </a:pathLst>
          </a:custGeom>
          <a:solidFill xmlns:a="http://schemas.openxmlformats.org/drawingml/2006/main">
            <a:srgbClr val="0F0F0F">
              <a:alpha val="7059"/>
            </a:srgbClr>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62" name="Google Shape;162;p16">
            <a:extLst xmlns:a="http://schemas.openxmlformats.org/drawingml/2006/main">
              <a:ext uri="{FF2B5EF4-FFF2-40B4-BE49-F238E27FC236}">
                <a16:creationId xmlns:a16="http://schemas.microsoft.com/office/drawing/2014/main" id="{C6EECAC9-2613-4D82-AAD6-712842CD8D81}"/>
              </a:ext>
            </a:extLst>
          </p:cNvPr>
          <p:cNvSpPr>
            <a:spLocks xmlns:a="http://schemas.openxmlformats.org/drawingml/2006/main" noGrp="1"/>
          </p:cNvSpPr>
          <p:nvPr/>
        </p:nvSpPr>
        <p:spPr>
          <a:xfrm xmlns:a="http://schemas.openxmlformats.org/drawingml/2006/main" rot="5400000">
            <a:off x="15133320" y="7498079"/>
            <a:ext cx="502920" cy="502920"/>
          </a:xfrm>
          <a:prstGeom xmlns:a="http://schemas.openxmlformats.org/drawingml/2006/main" prst="triangle">
            <a:avLst>
              <a:gd name="adj" fmla="val 50000"/>
            </a:avLst>
          </a:prstGeom>
          <a:solidFill xmlns:a="http://schemas.openxmlformats.org/drawingml/2006/main">
            <a:srgbClr val="FDDA24"/>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63" name="Google Shape;163;p16">
            <a:extLst xmlns:a="http://schemas.openxmlformats.org/drawingml/2006/main">
              <a:ext uri="{FF2B5EF4-FFF2-40B4-BE49-F238E27FC236}">
                <a16:creationId xmlns:a16="http://schemas.microsoft.com/office/drawing/2014/main" id="{B86BDDB9-00F3-4666-BD15-818A68DA84ED}"/>
              </a:ext>
            </a:extLst>
          </p:cNvPr>
          <p:cNvSpPr>
            <a:spLocks xmlns:a="http://schemas.openxmlformats.org/drawingml/2006/main" noGrp="1"/>
          </p:cNvSpPr>
          <p:nvPr/>
        </p:nvSpPr>
        <p:spPr>
          <a:xfrm xmlns:a="http://schemas.openxmlformats.org/drawingml/2006/main" rot="5400000">
            <a:off x="15611094" y="7498079"/>
            <a:ext cx="502920" cy="502920"/>
          </a:xfrm>
          <a:prstGeom xmlns:a="http://schemas.openxmlformats.org/drawingml/2006/main" prst="triangle">
            <a:avLst>
              <a:gd name="adj" fmla="val 50000"/>
            </a:avLst>
          </a:prstGeom>
          <a:solidFill xmlns:a="http://schemas.openxmlformats.org/drawingml/2006/main">
            <a:srgbClr val="FDDA24">
              <a:alpha val="60000"/>
            </a:srgbClr>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64" name="Google Shape;164;p16">
            <a:extLst xmlns:a="http://schemas.openxmlformats.org/drawingml/2006/main">
              <a:ext uri="{FF2B5EF4-FFF2-40B4-BE49-F238E27FC236}">
                <a16:creationId xmlns:a16="http://schemas.microsoft.com/office/drawing/2014/main" id="{A6772044-DF10-4EFE-83D1-1CCCD6C1AB2B}"/>
              </a:ext>
            </a:extLst>
          </p:cNvPr>
          <p:cNvSpPr>
            <a:spLocks xmlns:a="http://schemas.openxmlformats.org/drawingml/2006/main" noGrp="1"/>
          </p:cNvSpPr>
          <p:nvPr/>
        </p:nvSpPr>
        <p:spPr>
          <a:xfrm xmlns:a="http://schemas.openxmlformats.org/drawingml/2006/main" rot="5400000">
            <a:off x="16088867" y="7498079"/>
            <a:ext cx="502920" cy="502920"/>
          </a:xfrm>
          <a:prstGeom xmlns:a="http://schemas.openxmlformats.org/drawingml/2006/main" prst="triangle">
            <a:avLst>
              <a:gd name="adj" fmla="val 50000"/>
            </a:avLst>
          </a:prstGeom>
          <a:solidFill xmlns:a="http://schemas.openxmlformats.org/drawingml/2006/main">
            <a:srgbClr val="FDDA24">
              <a:alpha val="30196"/>
            </a:srgbClr>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65" name="Google Shape;165;p16">
            <a:extLst xmlns:a="http://schemas.openxmlformats.org/drawingml/2006/main">
              <a:ext uri="{FF2B5EF4-FFF2-40B4-BE49-F238E27FC236}">
                <a16:creationId xmlns:a16="http://schemas.microsoft.com/office/drawing/2014/main" id="{163CDBDC-9112-4D61-A40D-A65102F4A869}"/>
              </a:ext>
            </a:extLst>
          </p:cNvPr>
          <p:cNvSpPr>
            <a:spLocks xmlns:a="http://schemas.openxmlformats.org/drawingml/2006/main" noGrp="1"/>
          </p:cNvSpPr>
          <p:nvPr/>
        </p:nvSpPr>
        <p:spPr>
          <a:xfrm xmlns:a="http://schemas.openxmlformats.org/drawingml/2006/main">
            <a:off x="914400" y="8915400"/>
            <a:ext cx="16459200" cy="13716"/>
          </a:xfrm>
          <a:prstGeom xmlns:a="http://schemas.openxmlformats.org/drawingml/2006/main" prst="rect">
            <a:avLst/>
          </a:prstGeom>
          <a:solidFill xmlns:a="http://schemas.openxmlformats.org/drawingml/2006/main">
            <a:srgbClr val="DFDDD6"/>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66" name="Google Shape;166;p16">
            <a:extLst xmlns:a="http://schemas.openxmlformats.org/drawingml/2006/main">
              <a:ext uri="{FF2B5EF4-FFF2-40B4-BE49-F238E27FC236}">
                <a16:creationId xmlns:a16="http://schemas.microsoft.com/office/drawing/2014/main" id="{122CBE82-5757-4450-BC19-BDEDAACCAFA7}"/>
              </a:ext>
            </a:extLst>
          </p:cNvPr>
          <p:cNvSpPr>
            <a:spLocks xmlns:a="http://schemas.openxmlformats.org/drawingml/2006/main" noGrp="1"/>
          </p:cNvSpPr>
          <p:nvPr/>
        </p:nvSpPr>
        <p:spPr>
          <a:xfrm xmlns:a="http://schemas.openxmlformats.org/drawingml/2006/main">
            <a:off x="914400" y="9253728"/>
            <a:ext cx="9144000" cy="320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spAutoFit/>
          </a:bodyPr>
          <a:lstStyle xmlns:a="http://schemas.openxmlformats.org/drawingml/2006/main"/>
          <a:p xmlns:a="http://schemas.openxmlformats.org/drawingml/2006/main">
            <a:pPr marL="0" marR="0" lvl="0" indent="0" algn="l">
              <a:spcBef>
                <a:spcPts val="0"/>
              </a:spcBef>
              <a:spcAft>
                <a:spcPts val="0"/>
              </a:spcAft>
              <a:buNone/>
            </a:pPr>
            <a:r>
              <a:rPr sz="1200" b="0" i="0" u="none" strike="noStrike" cap="none">
                <a:solidFill>
                  <a:srgbClr val="5C5C5C"/>
                </a:solidFill>
                <a:latin typeface="JetBrains Mono"/>
                <a:ea typeface="JetBrains Mono"/>
                <a:cs typeface="JetBrains Mono"/>
              </a:rPr>
              <a:t>© 2026 HackMeridian · Lisbon  ·  #HackMeridian26</a:t>
            </a:r>
            <a:endParaRPr/>
          </a:p>
        </p:txBody>
      </p:sp>
      <p:pic>
        <p:nvPicPr>
          <p:cNvPr id="167" name="Google Shape;167;p16">
            <a:extLst xmlns:a="http://schemas.openxmlformats.org/drawingml/2006/main">
              <a:ext uri="{FF2B5EF4-FFF2-40B4-BE49-F238E27FC236}">
                <a16:creationId xmlns:a16="http://schemas.microsoft.com/office/drawing/2014/main" id="{F863DA57-22C8-46C8-A4D1-9ADCCA473D57}"/>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4a74c011f1aa4f06">
            <a:alphaModFix/>
          </a:blip>
          <a:srcRect xmlns:a="http://schemas.openxmlformats.org/drawingml/2006/main" l="0" t="0" r="0" b="0"/>
          <a:stretch xmlns:a="http://schemas.openxmlformats.org/drawingml/2006/main"/>
        </p:blipFill>
        <p:spPr>
          <a:xfrm xmlns:a="http://schemas.openxmlformats.org/drawingml/2006/main">
            <a:off x="14859000" y="9171432"/>
            <a:ext cx="2517969" cy="438912"/>
          </a:xfrm>
          <a:prstGeom xmlns:a="http://schemas.openxmlformats.org/drawingml/2006/main" prst="rect">
            <a:avLst/>
          </a:prstGeom>
          <a:ln xmlns:a="http://schemas.openxmlformats.org/drawingml/2006/main">
            <a:noFill/>
          </a:ln>
        </p:spPr>
      </p:pic>
      <p:sp>
        <p:nvSpPr>
          <p:cNvPr id="168" name="MVP target / Synthetic credentials / Res">
            <a:extLst xmlns:a="http://schemas.openxmlformats.org/drawingml/2006/main">
              <a:ext uri="{FF2B5EF4-FFF2-40B4-BE49-F238E27FC236}">
                <a16:creationId xmlns:a16="http://schemas.microsoft.com/office/drawing/2014/main" id="{9DD9E96E-2EB2-492A-99E2-5FE7CFDECCA8}"/>
              </a:ext>
            </a:extLst>
          </p:cNvPr>
          <p:cNvSpPr>
            <a:spLocks xmlns:a="http://schemas.openxmlformats.org/drawingml/2006/main" noGrp="1"/>
          </p:cNvSpPr>
          <p:nvPr/>
        </p:nvSpPr>
        <p:spPr>
          <a:xfrm xmlns:a="http://schemas.openxmlformats.org/drawingml/2006/main">
            <a:off x="914400" y="8420100"/>
            <a:ext cx="11430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00">
                <a:solidFill>
                  <a:srgbClr val="5C5C5C"/>
                </a:solidFill>
                <a:latin typeface="JetBrains Mono"/>
                <a:ea typeface="JetBrains Mono"/>
                <a:cs typeface="JetBrains Mono"/>
              </a:defRPr>
            </a:defPPr>
            <a:lvl1pPr>
              <a:buNone/>
              <a:defRPr sz="1400">
                <a:solidFill>
                  <a:srgbClr val="5C5C5C"/>
                </a:solidFill>
                <a:latin typeface="JetBrains Mono"/>
                <a:ea typeface="JetBrains Mono"/>
                <a:cs typeface="JetBrains Mono"/>
              </a:defRPr>
            </a:lvl1pPr>
            <a:lvl2pPr>
              <a:buNone/>
              <a:defRPr sz="1400">
                <a:solidFill>
                  <a:srgbClr val="5C5C5C"/>
                </a:solidFill>
                <a:latin typeface="JetBrains Mono"/>
                <a:ea typeface="JetBrains Mono"/>
                <a:cs typeface="JetBrains Mono"/>
              </a:defRPr>
            </a:lvl2pPr>
            <a:lvl3pPr>
              <a:buNone/>
              <a:defRPr sz="1400">
                <a:solidFill>
                  <a:srgbClr val="5C5C5C"/>
                </a:solidFill>
                <a:latin typeface="JetBrains Mono"/>
                <a:ea typeface="JetBrains Mono"/>
                <a:cs typeface="JetBrains Mono"/>
              </a:defRPr>
            </a:lvl3pPr>
            <a:lvl4pPr>
              <a:buNone/>
              <a:defRPr sz="1400">
                <a:solidFill>
                  <a:srgbClr val="5C5C5C"/>
                </a:solidFill>
                <a:latin typeface="JetBrains Mono"/>
                <a:ea typeface="JetBrains Mono"/>
                <a:cs typeface="JetBrains Mono"/>
              </a:defRPr>
            </a:lvl4pPr>
            <a:lvl5pPr>
              <a:buNone/>
              <a:defRPr sz="1400">
                <a:solidFill>
                  <a:srgbClr val="5C5C5C"/>
                </a:solidFill>
                <a:latin typeface="JetBrains Mono"/>
                <a:ea typeface="JetBrains Mono"/>
                <a:cs typeface="JetBrains Mono"/>
              </a:defRPr>
            </a:lvl5pPr>
            <a:lvl6pPr>
              <a:buNone/>
              <a:defRPr sz="1400">
                <a:solidFill>
                  <a:srgbClr val="5C5C5C"/>
                </a:solidFill>
                <a:latin typeface="JetBrains Mono"/>
                <a:ea typeface="JetBrains Mono"/>
                <a:cs typeface="JetBrains Mono"/>
              </a:defRPr>
            </a:lvl6pPr>
            <a:lvl7pPr>
              <a:buNone/>
              <a:defRPr sz="1400">
                <a:solidFill>
                  <a:srgbClr val="5C5C5C"/>
                </a:solidFill>
                <a:latin typeface="JetBrains Mono"/>
                <a:ea typeface="JetBrains Mono"/>
                <a:cs typeface="JetBrains Mono"/>
              </a:defRPr>
            </a:lvl7pPr>
            <a:lvl8pPr>
              <a:buNone/>
              <a:defRPr sz="1400">
                <a:solidFill>
                  <a:srgbClr val="5C5C5C"/>
                </a:solidFill>
                <a:latin typeface="JetBrains Mono"/>
                <a:ea typeface="JetBrains Mono"/>
                <a:cs typeface="JetBrains Mono"/>
              </a:defRPr>
            </a:lvl8pPr>
            <a:lvl9pPr>
              <a:buNone/>
              <a:defRPr sz="1400">
                <a:solidFill>
                  <a:srgbClr val="5C5C5C"/>
                </a:solidFill>
                <a:latin typeface="JetBrains Mono"/>
                <a:ea typeface="JetBrains Mono"/>
                <a:cs typeface="JetBrains Mono"/>
              </a:defRPr>
            </a:lvl9pPr>
          </a:lstStyle>
          <a:p xmlns:a="http://schemas.openxmlformats.org/drawingml/2006/main">
            <a:pPr>
              <a:buNone/>
              <a:defRPr sz="1400">
                <a:solidFill>
                  <a:srgbClr val="5C5C5C"/>
                </a:solidFill>
                <a:latin typeface="JetBrains Mono"/>
                <a:ea typeface="JetBrains Mono"/>
                <a:cs typeface="JetBrains Mono"/>
              </a:defRPr>
            </a:pPr>
            <a:r>
              <a:rPr sz="1400">
                <a:solidFill>
                  <a:srgbClr val="5C5C5C"/>
                </a:solidFill>
                <a:latin typeface="JetBrains Mono"/>
                <a:ea typeface="JetBrains Mono"/>
                <a:cs typeface="JetBrains Mono"/>
              </a:rPr>
              <a:t>Live Testnet MVP / Synthetic credentials / Unaudited demo setup</a:t>
            </a:r>
          </a:p>
        </p:txBody>
      </p:sp>
    </p:spTree>
    <p:extLst>
      <p:ext uri="{BB962C8B-B14F-4D97-AF65-F5344CB8AC3E}">
        <p14:creationId xmlns:p14="http://schemas.microsoft.com/office/powerpoint/2010/main" val="697853663"/>
      </p:ext>
    </p:extLst>
  </p:cSld>
</p:sld>
</file>

<file path=ppt/slides/slide6.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172" name="Google Shape;172;p17">
            <a:extLst xmlns:a="http://schemas.openxmlformats.org/drawingml/2006/main">
              <a:ext uri="{FF2B5EF4-FFF2-40B4-BE49-F238E27FC236}">
                <a16:creationId xmlns:a16="http://schemas.microsoft.com/office/drawing/2014/main" id="{7D3EBED5-A39C-4D54-9B1B-2EE35C86EB96}"/>
              </a:ext>
            </a:extLst>
          </p:cNvPr>
          <p:cNvSpPr>
            <a:spLocks xmlns:a="http://schemas.openxmlformats.org/drawingml/2006/main" noGrp="1"/>
          </p:cNvSpPr>
          <p:nvPr/>
        </p:nvSpPr>
        <p:spPr>
          <a:xfrm xmlns:a="http://schemas.openxmlformats.org/drawingml/2006/main">
            <a:off x="0" y="0"/>
            <a:ext cx="18288000" cy="731520"/>
          </a:xfrm>
          <a:prstGeom xmlns:a="http://schemas.openxmlformats.org/drawingml/2006/main" prst="rect">
            <a:avLst/>
          </a:prstGeom>
          <a:solidFill xmlns:a="http://schemas.openxmlformats.org/drawingml/2006/main">
            <a:srgbClr val="0F0F0F"/>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73" name="Google Shape;173;p17">
            <a:extLst xmlns:a="http://schemas.openxmlformats.org/drawingml/2006/main">
              <a:ext uri="{FF2B5EF4-FFF2-40B4-BE49-F238E27FC236}">
                <a16:creationId xmlns:a16="http://schemas.microsoft.com/office/drawing/2014/main" id="{B6942BC0-7BB3-4ED3-BFA2-800719DEC8D5}"/>
              </a:ext>
            </a:extLst>
          </p:cNvPr>
          <p:cNvSpPr>
            <a:spLocks xmlns:a="http://schemas.openxmlformats.org/drawingml/2006/main" noGrp="1"/>
          </p:cNvSpPr>
          <p:nvPr/>
        </p:nvSpPr>
        <p:spPr>
          <a:xfrm xmlns:a="http://schemas.openxmlformats.org/drawingml/2006/main">
            <a:off x="914400" y="201168"/>
            <a:ext cx="4572000" cy="213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spAutoFit/>
          </a:bodyPr>
          <a:lstStyle xmlns:a="http://schemas.openxmlformats.org/drawingml/2006/main"/>
          <a:p xmlns:a="http://schemas.openxmlformats.org/drawingml/2006/main">
            <a:pPr marL="0" marR="0" lvl="0" indent="0" algn="l">
              <a:spcBef>
                <a:spcPts val="0"/>
              </a:spcBef>
              <a:spcAft>
                <a:spcPts val="0"/>
              </a:spcAft>
              <a:buNone/>
            </a:pPr>
            <a:r>
              <a:rPr sz="1400" b="1" i="0" u="none" strike="noStrike" cap="none">
                <a:solidFill>
                  <a:srgbClr val="FDDA24"/>
                </a:solidFill>
                <a:latin typeface="JetBrains Mono"/>
                <a:ea typeface="JetBrains Mono"/>
                <a:cs typeface="JetBrains Mono"/>
              </a:rPr>
              <a:t>PLATFORM 06 / 06</a:t>
            </a:r>
            <a:endParaRPr/>
          </a:p>
        </p:txBody>
      </p:sp>
      <p:sp>
        <p:nvSpPr>
          <p:cNvPr id="174" name="Google Shape;174;p17">
            <a:extLst xmlns:a="http://schemas.openxmlformats.org/drawingml/2006/main">
              <a:ext uri="{FF2B5EF4-FFF2-40B4-BE49-F238E27FC236}">
                <a16:creationId xmlns:a16="http://schemas.microsoft.com/office/drawing/2014/main" id="{01357805-7734-4188-B64F-8AB1AA620B80}"/>
              </a:ext>
            </a:extLst>
          </p:cNvPr>
          <p:cNvSpPr>
            <a:spLocks xmlns:a="http://schemas.openxmlformats.org/drawingml/2006/main" noGrp="1"/>
          </p:cNvSpPr>
          <p:nvPr/>
        </p:nvSpPr>
        <p:spPr>
          <a:xfrm xmlns:a="http://schemas.openxmlformats.org/drawingml/2006/main">
            <a:off x="5486400" y="201168"/>
            <a:ext cx="7315200" cy="329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spAutoFit/>
          </a:bodyPr>
          <a:lstStyle xmlns:a="http://schemas.openxmlformats.org/drawingml/2006/main"/>
          <a:p xmlns:a="http://schemas.openxmlformats.org/drawingml/2006/main">
            <a:pPr marL="0" marR="0" lvl="0" indent="0" algn="ctr">
              <a:spcBef>
                <a:spcPts val="0"/>
              </a:spcBef>
              <a:spcAft>
                <a:spcPts val="0"/>
              </a:spcAft>
              <a:buNone/>
            </a:pPr>
            <a:r>
              <a:rPr sz="1400" b="1" i="0" u="none" strike="noStrike" cap="none">
                <a:solidFill>
                  <a:srgbClr val="FFFFFF"/>
                </a:solidFill>
                <a:latin typeface="JetBrains Mono"/>
                <a:ea typeface="JetBrains Mono"/>
                <a:cs typeface="JetBrains Mono"/>
              </a:rPr>
              <a:t>HACKMERIDIAN 2026 · LISBON</a:t>
            </a:r>
            <a:endParaRPr/>
          </a:p>
        </p:txBody>
      </p:sp>
      <p:sp>
        <p:nvSpPr>
          <p:cNvPr id="175" name="Google Shape;175;p17">
            <a:extLst xmlns:a="http://schemas.openxmlformats.org/drawingml/2006/main">
              <a:ext uri="{FF2B5EF4-FFF2-40B4-BE49-F238E27FC236}">
                <a16:creationId xmlns:a16="http://schemas.microsoft.com/office/drawing/2014/main" id="{542C1F76-E1C2-4C92-97A2-1BB724409F05}"/>
              </a:ext>
            </a:extLst>
          </p:cNvPr>
          <p:cNvSpPr>
            <a:spLocks xmlns:a="http://schemas.openxmlformats.org/drawingml/2006/main" noGrp="1"/>
          </p:cNvSpPr>
          <p:nvPr/>
        </p:nvSpPr>
        <p:spPr>
          <a:xfrm xmlns:a="http://schemas.openxmlformats.org/drawingml/2006/main">
            <a:off x="12801600" y="201168"/>
            <a:ext cx="4572000" cy="329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spAutoFit/>
          </a:bodyPr>
          <a:lstStyle xmlns:a="http://schemas.openxmlformats.org/drawingml/2006/main"/>
          <a:p xmlns:a="http://schemas.openxmlformats.org/drawingml/2006/main">
            <a:pPr marL="0" marR="0" lvl="0" indent="0" algn="r">
              <a:spcBef>
                <a:spcPts val="0"/>
              </a:spcBef>
              <a:spcAft>
                <a:spcPts val="0"/>
              </a:spcAft>
              <a:buNone/>
            </a:pPr>
            <a:r>
              <a:rPr sz="1400" b="1" i="0" u="none" strike="noStrike" cap="none">
                <a:solidFill>
                  <a:srgbClr val="FFFFFF"/>
                </a:solidFill>
                <a:latin typeface="JetBrains Mono"/>
                <a:ea typeface="JetBrains Mono"/>
                <a:cs typeface="JetBrains Mono"/>
              </a:rPr>
              <a:t>FINAL STOP</a:t>
            </a:r>
            <a:endParaRPr/>
          </a:p>
        </p:txBody>
      </p:sp>
      <p:sp>
        <p:nvSpPr>
          <p:cNvPr id="176" name="Google Shape;176;p17">
            <a:extLst xmlns:a="http://schemas.openxmlformats.org/drawingml/2006/main">
              <a:ext uri="{FF2B5EF4-FFF2-40B4-BE49-F238E27FC236}">
                <a16:creationId xmlns:a16="http://schemas.microsoft.com/office/drawing/2014/main" id="{7F2DC12A-4C10-45E9-BC2A-90657FE294FF}"/>
              </a:ext>
            </a:extLst>
          </p:cNvPr>
          <p:cNvSpPr>
            <a:spLocks xmlns:a="http://schemas.openxmlformats.org/drawingml/2006/main" noGrp="1"/>
          </p:cNvSpPr>
          <p:nvPr/>
        </p:nvSpPr>
        <p:spPr>
          <a:xfrm xmlns:a="http://schemas.openxmlformats.org/drawingml/2006/main">
            <a:off x="914400" y="1417320"/>
            <a:ext cx="2651760" cy="475488"/>
          </a:xfrm>
          <a:prstGeom xmlns:a="http://schemas.openxmlformats.org/drawingml/2006/main" prst="roundRect">
            <a:avLst>
              <a:gd name="adj" fmla="val 50000"/>
            </a:avLst>
          </a:prstGeom>
          <a:solidFill xmlns:a="http://schemas.openxmlformats.org/drawingml/2006/main">
            <a:srgbClr val="FDDA24"/>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None/>
            </a:pPr>
            <a:r>
              <a:rPr sz="1200" b="1" i="0" u="none" strike="noStrike" cap="none">
                <a:solidFill>
                  <a:srgbClr val="0F0F0F"/>
                </a:solidFill>
                <a:latin typeface="JetBrains Mono"/>
                <a:ea typeface="JetBrains Mono"/>
                <a:cs typeface="JetBrains Mono"/>
              </a:rPr>
              <a:t>PITCH STEP 04 / 04</a:t>
            </a:r>
            <a:endParaRPr/>
          </a:p>
        </p:txBody>
      </p:sp>
      <p:sp>
        <p:nvSpPr>
          <p:cNvPr id="177" name="Google Shape;177;p17">
            <a:extLst xmlns:a="http://schemas.openxmlformats.org/drawingml/2006/main">
              <a:ext uri="{FF2B5EF4-FFF2-40B4-BE49-F238E27FC236}">
                <a16:creationId xmlns:a16="http://schemas.microsoft.com/office/drawing/2014/main" id="{6A8F7DCB-4E34-4EB3-9720-8FBA8683AE5D}"/>
              </a:ext>
            </a:extLst>
          </p:cNvPr>
          <p:cNvSpPr>
            <a:spLocks xmlns:a="http://schemas.openxmlformats.org/drawingml/2006/main" noGrp="1"/>
          </p:cNvSpPr>
          <p:nvPr/>
        </p:nvSpPr>
        <p:spPr>
          <a:xfrm xmlns:a="http://schemas.openxmlformats.org/drawingml/2006/main">
            <a:off x="914400" y="2103120"/>
            <a:ext cx="16459200" cy="1371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l">
              <a:spcBef>
                <a:spcPts val="0"/>
              </a:spcBef>
              <a:spcAft>
                <a:spcPts val="0"/>
              </a:spcAft>
              <a:buNone/>
            </a:pPr>
            <a:r>
              <a:rPr sz="10000" b="1" i="0" u="none" strike="noStrike" cap="none">
                <a:solidFill>
                  <a:srgbClr val="0F0F0F"/>
                </a:solidFill>
                <a:latin typeface="Inter Tight"/>
                <a:ea typeface="Inter Tight"/>
                <a:cs typeface="Inter Tight"/>
              </a:rPr>
              <a:t>THE TEAM</a:t>
            </a:r>
            <a:endParaRPr/>
          </a:p>
        </p:txBody>
      </p:sp>
      <p:sp>
        <p:nvSpPr>
          <p:cNvPr id="178" name="Google Shape;178;p17">
            <a:extLst xmlns:a="http://schemas.openxmlformats.org/drawingml/2006/main">
              <a:ext uri="{FF2B5EF4-FFF2-40B4-BE49-F238E27FC236}">
                <a16:creationId xmlns:a16="http://schemas.microsoft.com/office/drawing/2014/main" id="{AA494132-E033-4DE6-8898-89FA0F1019F4}"/>
              </a:ext>
            </a:extLst>
          </p:cNvPr>
          <p:cNvSpPr>
            <a:spLocks xmlns:a="http://schemas.openxmlformats.org/drawingml/2006/main" noGrp="1"/>
          </p:cNvSpPr>
          <p:nvPr/>
        </p:nvSpPr>
        <p:spPr>
          <a:xfrm xmlns:a="http://schemas.openxmlformats.org/drawingml/2006/main">
            <a:off x="914400" y="3931920"/>
            <a:ext cx="10972800" cy="4267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l">
              <a:spcBef>
                <a:spcPts val="0"/>
              </a:spcBef>
              <a:spcAft>
                <a:spcPts val="0"/>
              </a:spcAft>
              <a:buNone/>
            </a:pPr>
            <a:r>
              <a:rPr sz="2800" b="1" i="0" u="none" strike="noStrike" cap="none">
                <a:solidFill>
                  <a:srgbClr val="0F0F0F"/>
                </a:solidFill>
                <a:latin typeface="Instrument Sans"/>
                <a:ea typeface="Instrument Sans"/>
                <a:cs typeface="Instrument Sans"/>
              </a:rPr>
              <a:t>EasyAI / Oleksiy Onishchenko / Solo builder</a:t>
            </a:r>
            <a:endParaRPr/>
          </a:p>
        </p:txBody>
      </p:sp>
      <p:sp>
        <p:nvSpPr>
          <p:cNvPr id="179" name="Google Shape;179;p17">
            <a:extLst xmlns:a="http://schemas.openxmlformats.org/drawingml/2006/main">
              <a:ext uri="{FF2B5EF4-FFF2-40B4-BE49-F238E27FC236}">
                <a16:creationId xmlns:a16="http://schemas.microsoft.com/office/drawing/2014/main" id="{35D6B7B7-FA3E-4A8D-B511-03A2E588A0A5}"/>
              </a:ext>
            </a:extLst>
          </p:cNvPr>
          <p:cNvSpPr>
            <a:spLocks xmlns:a="http://schemas.openxmlformats.org/drawingml/2006/main" noGrp="1"/>
          </p:cNvSpPr>
          <p:nvPr/>
        </p:nvSpPr>
        <p:spPr>
          <a:xfrm xmlns:a="http://schemas.openxmlformats.org/drawingml/2006/main">
            <a:off x="914400" y="4709160"/>
            <a:ext cx="11612880" cy="13512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defRPr sz="2400">
                <a:solidFill>
                  <a:srgbClr val="2A2A2A"/>
                </a:solidFill>
                <a:latin typeface="Instrument Sans"/>
                <a:ea typeface="Instrument Sans"/>
                <a:cs typeface="Instrument Sans"/>
              </a:defRPr>
            </a:defPPr>
            <a:lvl1pPr>
              <a:buNone/>
              <a:defRPr sz="2400">
                <a:solidFill>
                  <a:srgbClr val="2A2A2A"/>
                </a:solidFill>
                <a:latin typeface="Instrument Sans"/>
                <a:ea typeface="Instrument Sans"/>
                <a:cs typeface="Instrument Sans"/>
              </a:defRPr>
            </a:lvl1pPr>
            <a:lvl2pPr>
              <a:buNone/>
              <a:defRPr sz="2400">
                <a:solidFill>
                  <a:srgbClr val="2A2A2A"/>
                </a:solidFill>
                <a:latin typeface="Instrument Sans"/>
                <a:ea typeface="Instrument Sans"/>
                <a:cs typeface="Instrument Sans"/>
              </a:defRPr>
            </a:lvl2pPr>
            <a:lvl3pPr>
              <a:buNone/>
              <a:defRPr sz="2400">
                <a:solidFill>
                  <a:srgbClr val="2A2A2A"/>
                </a:solidFill>
                <a:latin typeface="Instrument Sans"/>
                <a:ea typeface="Instrument Sans"/>
                <a:cs typeface="Instrument Sans"/>
              </a:defRPr>
            </a:lvl3pPr>
            <a:lvl4pPr>
              <a:buNone/>
              <a:defRPr sz="2400">
                <a:solidFill>
                  <a:srgbClr val="2A2A2A"/>
                </a:solidFill>
                <a:latin typeface="Instrument Sans"/>
                <a:ea typeface="Instrument Sans"/>
                <a:cs typeface="Instrument Sans"/>
              </a:defRPr>
            </a:lvl4pPr>
            <a:lvl5pPr>
              <a:buNone/>
              <a:defRPr sz="2400">
                <a:solidFill>
                  <a:srgbClr val="2A2A2A"/>
                </a:solidFill>
                <a:latin typeface="Instrument Sans"/>
                <a:ea typeface="Instrument Sans"/>
                <a:cs typeface="Instrument Sans"/>
              </a:defRPr>
            </a:lvl5pPr>
            <a:lvl6pPr>
              <a:buNone/>
              <a:defRPr sz="2400">
                <a:solidFill>
                  <a:srgbClr val="2A2A2A"/>
                </a:solidFill>
                <a:latin typeface="Instrument Sans"/>
                <a:ea typeface="Instrument Sans"/>
                <a:cs typeface="Instrument Sans"/>
              </a:defRPr>
            </a:lvl6pPr>
            <a:lvl7pPr>
              <a:buNone/>
              <a:defRPr sz="2400">
                <a:solidFill>
                  <a:srgbClr val="2A2A2A"/>
                </a:solidFill>
                <a:latin typeface="Instrument Sans"/>
                <a:ea typeface="Instrument Sans"/>
                <a:cs typeface="Instrument Sans"/>
              </a:defRPr>
            </a:lvl7pPr>
            <a:lvl8pPr>
              <a:buNone/>
              <a:defRPr sz="2400">
                <a:solidFill>
                  <a:srgbClr val="2A2A2A"/>
                </a:solidFill>
                <a:latin typeface="Instrument Sans"/>
                <a:ea typeface="Instrument Sans"/>
                <a:cs typeface="Instrument Sans"/>
              </a:defRPr>
            </a:lvl8pPr>
            <a:lvl9pPr>
              <a:buNone/>
              <a:defRPr sz="2400">
                <a:solidFill>
                  <a:srgbClr val="2A2A2A"/>
                </a:solidFill>
                <a:latin typeface="Instrument Sans"/>
                <a:ea typeface="Instrument Sans"/>
                <a:cs typeface="Instrument Sans"/>
              </a:defRPr>
            </a:lvl9pPr>
          </a:lstStyle>
          <a:p xmlns:a="http://schemas.openxmlformats.org/drawingml/2006/main">
            <a:pPr marL="411480" marR="0" lvl="0" indent="-411480" algn="l">
              <a:spcBef>
                <a:spcPts val="0"/>
              </a:spcBef>
              <a:spcAft>
                <a:spcPts val="0"/>
              </a:spcAft>
              <a:buClr>
                <a:srgbClr val="0F0F0F"/>
              </a:buClr>
              <a:buSzPts val="2400"/>
              <a:buFont typeface="Arial"/>
              <a:buChar char="►"/>
              <a:defRPr sz="2400">
                <a:solidFill>
                  <a:srgbClr val="2A2A2A"/>
                </a:solidFill>
                <a:latin typeface="Instrument Sans"/>
                <a:ea typeface="Instrument Sans"/>
                <a:cs typeface="Instrument Sans"/>
              </a:defRPr>
            </a:pPr>
            <a:r>
              <a:rPr sz="2400" b="0" i="0" u="none" strike="noStrike" cap="none">
                <a:solidFill>
                  <a:srgbClr val="2A2A2A"/>
                </a:solidFill>
                <a:latin typeface="Instrument Sans"/>
                <a:ea typeface="Instrument Sans"/>
                <a:cs typeface="Instrument Sans"/>
              </a:rPr>
              <a:t>25+ years in software, including fintech and cloud systems.</a:t>
            </a:r>
            <a:endParaRPr/>
          </a:p>
          <a:p xmlns:a="http://schemas.openxmlformats.org/drawingml/2006/main">
            <a:pPr marL="411480" marR="0" lvl="0" indent="-411480" algn="l">
              <a:spcBef>
                <a:spcPts val="1000"/>
              </a:spcBef>
              <a:spcAft>
                <a:spcPts val="0"/>
              </a:spcAft>
              <a:buClr>
                <a:srgbClr val="0F0F0F"/>
              </a:buClr>
              <a:buSzPts val="2400"/>
              <a:buFont typeface="Arial"/>
              <a:buChar char="►"/>
              <a:defRPr sz="2400">
                <a:solidFill>
                  <a:srgbClr val="2A2A2A"/>
                </a:solidFill>
                <a:latin typeface="Instrument Sans"/>
                <a:ea typeface="Instrument Sans"/>
                <a:cs typeface="Instrument Sans"/>
              </a:defRPr>
            </a:pPr>
            <a:r>
              <a:rPr sz="2400" b="0" i="0" u="none" strike="noStrike" cap="none">
                <a:solidFill>
                  <a:srgbClr val="2A2A2A"/>
                </a:solidFill>
                <a:latin typeface="Instrument Sans"/>
                <a:ea typeface="Instrument Sans"/>
                <a:cs typeface="Instrument Sans"/>
              </a:rPr>
              <a:t>Solo engineer behind two production marketplaces.</a:t>
            </a:r>
            <a:endParaRPr/>
          </a:p>
          <a:p xmlns:a="http://schemas.openxmlformats.org/drawingml/2006/main">
            <a:pPr marL="411480" marR="0" lvl="0" indent="-411480" algn="l">
              <a:spcBef>
                <a:spcPts val="1000"/>
              </a:spcBef>
              <a:spcAft>
                <a:spcPts val="0"/>
              </a:spcAft>
              <a:buClr>
                <a:srgbClr val="0F0F0F"/>
              </a:buClr>
              <a:buSzPts val="2400"/>
              <a:buFont typeface="Arial"/>
              <a:buChar char="►"/>
              <a:defRPr sz="2400">
                <a:solidFill>
                  <a:srgbClr val="2A2A2A"/>
                </a:solidFill>
                <a:latin typeface="Instrument Sans"/>
                <a:ea typeface="Instrument Sans"/>
                <a:cs typeface="Instrument Sans"/>
              </a:defRPr>
            </a:pPr>
            <a:r>
              <a:rPr sz="2400" b="0" i="0" u="none" strike="noStrike" cap="none">
                <a:solidFill>
                  <a:srgbClr val="2A2A2A"/>
                </a:solidFill>
                <a:latin typeface="Instrument Sans"/>
                <a:ea typeface="Instrument Sans"/>
                <a:cs typeface="Instrument Sans"/>
              </a:rPr>
              <a:t>Former 3Commas Engineering Manager and R&amp;D Engineering Director.</a:t>
            </a:r>
            <a:endParaRPr/>
          </a:p>
        </p:txBody>
      </p:sp>
      <p:sp>
        <p:nvSpPr>
          <p:cNvPr id="180" name="Google Shape;180;p17">
            <a:extLst xmlns:a="http://schemas.openxmlformats.org/drawingml/2006/main">
              <a:ext uri="{FF2B5EF4-FFF2-40B4-BE49-F238E27FC236}">
                <a16:creationId xmlns:a16="http://schemas.microsoft.com/office/drawing/2014/main" id="{20BBFE67-E7D7-4DA5-A12C-DB5FCDDD0046}"/>
              </a:ext>
            </a:extLst>
          </p:cNvPr>
          <p:cNvSpPr>
            <a:spLocks xmlns:a="http://schemas.openxmlformats.org/drawingml/2006/main" noGrp="1"/>
          </p:cNvSpPr>
          <p:nvPr/>
        </p:nvSpPr>
        <p:spPr>
          <a:xfrm xmlns:a="http://schemas.openxmlformats.org/drawingml/2006/main">
            <a:off x="914400" y="7086600"/>
            <a:ext cx="10789920" cy="1051560"/>
          </a:xfrm>
          <a:prstGeom xmlns:a="http://schemas.openxmlformats.org/drawingml/2006/main" prst="roundRect">
            <a:avLst>
              <a:gd name="adj" fmla="val 22000"/>
            </a:avLst>
          </a:prstGeom>
          <a:solidFill xmlns:a="http://schemas.openxmlformats.org/drawingml/2006/main">
            <a:srgbClr val="FFFFFF"/>
          </a:solidFill>
          <a:ln xmlns:a="http://schemas.openxmlformats.org/drawingml/2006/main" w="38100" cap="flat" cmpd="sng">
            <a:solidFill>
              <a:srgbClr val="FDDA24"/>
            </a:solidFill>
            <a:prstDash val="solid"/>
            <a:round/>
            <a:headEnd type="none" w="sm" len="sm"/>
            <a:tailEnd type="none" w="sm" len="sm"/>
          </a:ln>
        </p:spPr>
        <p:txBody>
          <a:bodyPr xmlns:a="http://schemas.openxmlformats.org/drawingml/2006/main" spcFirstLastPara="1" wrap="square" lIns="365750" tIns="0" rIns="365750" bIns="0" anchor="ctr">
            <a:noAutofit/>
          </a:bodyPr>
          <a:lstStyle xmlns:a="http://schemas.openxmlformats.org/drawingml/2006/main"/>
          <a:p xmlns:a="http://schemas.openxmlformats.org/drawingml/2006/main">
            <a:pPr marL="0" marR="0" lvl="0" indent="0" algn="l">
              <a:spcBef>
                <a:spcPts val="0"/>
              </a:spcBef>
              <a:spcAft>
                <a:spcPts val="0"/>
              </a:spcAft>
              <a:buNone/>
            </a:pPr>
            <a:r>
              <a:rPr sz="2400" b="1" i="0" u="none" strike="noStrike" cap="none">
                <a:solidFill>
                  <a:srgbClr val="0F0F0F"/>
                </a:solidFill>
                <a:latin typeface="Instrument Sans"/>
                <a:ea typeface="Instrument Sans"/>
                <a:cs typeface="Instrument Sans"/>
              </a:rPr>
              <a:t>Hackathon role: idea, implementation and MVP demo.</a:t>
            </a:r>
            <a:endParaRPr/>
          </a:p>
          <a:p xmlns:a="http://schemas.openxmlformats.org/drawingml/2006/main">
            <a:pPr marL="0" marR="0" lvl="0" indent="0" algn="l">
              <a:spcBef>
                <a:spcPts val="0"/>
              </a:spcBef>
              <a:spcAft>
                <a:spcPts val="0"/>
              </a:spcAft>
              <a:buNone/>
            </a:pPr>
            <a:r>
              <a:rPr sz="2400" b="1" i="0" u="none" strike="noStrike" cap="none">
                <a:solidFill>
                  <a:srgbClr val="0F0F0F"/>
                </a:solidFill>
                <a:latin typeface="Instrument Sans"/>
                <a:ea typeface="Instrument Sans"/>
                <a:cs typeface="Instrument Sans"/>
              </a:rPr>
              <a:t>AI support: ChatGPT planning and Codex engineering.</a:t>
            </a:r>
            <a:endParaRPr/>
          </a:p>
        </p:txBody>
      </p:sp>
      <p:sp>
        <p:nvSpPr>
          <p:cNvPr id="181" name="Google Shape;181;p17">
            <a:extLst xmlns:a="http://schemas.openxmlformats.org/drawingml/2006/main">
              <a:ext uri="{FF2B5EF4-FFF2-40B4-BE49-F238E27FC236}">
                <a16:creationId xmlns:a16="http://schemas.microsoft.com/office/drawing/2014/main" id="{4E6824C6-79EC-4B05-B1A8-90676CE9D402}"/>
              </a:ext>
            </a:extLst>
          </p:cNvPr>
          <p:cNvSpPr>
            <a:spLocks xmlns:a="http://schemas.openxmlformats.org/drawingml/2006/main" noGrp="1"/>
          </p:cNvSpPr>
          <p:nvPr/>
        </p:nvSpPr>
        <p:spPr>
          <a:xfrm xmlns:a="http://schemas.openxmlformats.org/drawingml/2006/main">
            <a:off x="12893040" y="4023360"/>
            <a:ext cx="4480560" cy="2597771"/>
          </a:xfrm>
          <a:custGeom xmlns:a="http://schemas.openxmlformats.org/drawingml/2006/main">
            <a:rect l="l" t="t" r="r" b="b"/>
            <a:pathLst>
              <a:path w="4480560" h="2597771">
                <a:moveTo>
                  <a:pt x="0" y="0"/>
                </a:moveTo>
                <a:lnTo>
                  <a:pt x="0" y="1000976"/>
                </a:lnTo>
                <a:lnTo>
                  <a:pt x="2240280" y="2597771"/>
                </a:lnTo>
                <a:lnTo>
                  <a:pt x="4480560" y="1000976"/>
                </a:lnTo>
                <a:lnTo>
                  <a:pt x="4480560" y="0"/>
                </a:lnTo>
                <a:lnTo>
                  <a:pt x="2240280" y="1358467"/>
                </a:lnTo>
                <a:close/>
              </a:path>
            </a:pathLst>
          </a:custGeom>
          <a:solidFill xmlns:a="http://schemas.openxmlformats.org/drawingml/2006/main">
            <a:srgbClr val="0F0F0F">
              <a:alpha val="7059"/>
            </a:srgbClr>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82" name="Google Shape;182;p17">
            <a:extLst xmlns:a="http://schemas.openxmlformats.org/drawingml/2006/main">
              <a:ext uri="{FF2B5EF4-FFF2-40B4-BE49-F238E27FC236}">
                <a16:creationId xmlns:a16="http://schemas.microsoft.com/office/drawing/2014/main" id="{79D5CF23-AC89-4CAA-A941-2FD485BE86B3}"/>
              </a:ext>
            </a:extLst>
          </p:cNvPr>
          <p:cNvSpPr>
            <a:spLocks xmlns:a="http://schemas.openxmlformats.org/drawingml/2006/main" noGrp="1"/>
          </p:cNvSpPr>
          <p:nvPr/>
        </p:nvSpPr>
        <p:spPr>
          <a:xfrm xmlns:a="http://schemas.openxmlformats.org/drawingml/2006/main">
            <a:off x="12893040" y="5882315"/>
            <a:ext cx="1310802" cy="1620628"/>
          </a:xfrm>
          <a:custGeom xmlns:a="http://schemas.openxmlformats.org/drawingml/2006/main">
            <a:rect l="l" t="t" r="r" b="b"/>
            <a:pathLst>
              <a:path w="1310802" h="1620628">
                <a:moveTo>
                  <a:pt x="0" y="0"/>
                </a:moveTo>
                <a:lnTo>
                  <a:pt x="0" y="1620628"/>
                </a:lnTo>
                <a:lnTo>
                  <a:pt x="1310802" y="786482"/>
                </a:lnTo>
                <a:close/>
              </a:path>
            </a:pathLst>
          </a:custGeom>
          <a:solidFill xmlns:a="http://schemas.openxmlformats.org/drawingml/2006/main">
            <a:srgbClr val="0F0F0F">
              <a:alpha val="7059"/>
            </a:srgbClr>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83" name="Google Shape;183;p17">
            <a:extLst xmlns:a="http://schemas.openxmlformats.org/drawingml/2006/main">
              <a:ext uri="{FF2B5EF4-FFF2-40B4-BE49-F238E27FC236}">
                <a16:creationId xmlns:a16="http://schemas.microsoft.com/office/drawing/2014/main" id="{C28643D1-FE0A-4CAA-ADAC-3844982CEE2C}"/>
              </a:ext>
            </a:extLst>
          </p:cNvPr>
          <p:cNvSpPr>
            <a:spLocks xmlns:a="http://schemas.openxmlformats.org/drawingml/2006/main" noGrp="1"/>
          </p:cNvSpPr>
          <p:nvPr/>
        </p:nvSpPr>
        <p:spPr>
          <a:xfrm xmlns:a="http://schemas.openxmlformats.org/drawingml/2006/main">
            <a:off x="16062797" y="5882315"/>
            <a:ext cx="1310803" cy="1620628"/>
          </a:xfrm>
          <a:custGeom xmlns:a="http://schemas.openxmlformats.org/drawingml/2006/main">
            <a:rect l="l" t="t" r="r" b="b"/>
            <a:pathLst>
              <a:path w="1310803" h="1620628">
                <a:moveTo>
                  <a:pt x="1310803" y="0"/>
                </a:moveTo>
                <a:lnTo>
                  <a:pt x="1310803" y="1620628"/>
                </a:lnTo>
                <a:lnTo>
                  <a:pt x="0" y="786482"/>
                </a:lnTo>
                <a:close/>
              </a:path>
            </a:pathLst>
          </a:custGeom>
          <a:solidFill xmlns:a="http://schemas.openxmlformats.org/drawingml/2006/main">
            <a:srgbClr val="0F0F0F">
              <a:alpha val="7059"/>
            </a:srgbClr>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84" name="Google Shape;184;p17">
            <a:extLst xmlns:a="http://schemas.openxmlformats.org/drawingml/2006/main">
              <a:ext uri="{FF2B5EF4-FFF2-40B4-BE49-F238E27FC236}">
                <a16:creationId xmlns:a16="http://schemas.microsoft.com/office/drawing/2014/main" id="{0B4A3FF3-8CD1-4D36-8C49-C4A9DD13E917}"/>
              </a:ext>
            </a:extLst>
          </p:cNvPr>
          <p:cNvSpPr>
            <a:spLocks xmlns:a="http://schemas.openxmlformats.org/drawingml/2006/main" noGrp="1"/>
          </p:cNvSpPr>
          <p:nvPr/>
        </p:nvSpPr>
        <p:spPr>
          <a:xfrm xmlns:a="http://schemas.openxmlformats.org/drawingml/2006/main" rot="5400000">
            <a:off x="15133320" y="7498079"/>
            <a:ext cx="502920" cy="502920"/>
          </a:xfrm>
          <a:prstGeom xmlns:a="http://schemas.openxmlformats.org/drawingml/2006/main" prst="triangle">
            <a:avLst>
              <a:gd name="adj" fmla="val 50000"/>
            </a:avLst>
          </a:prstGeom>
          <a:solidFill xmlns:a="http://schemas.openxmlformats.org/drawingml/2006/main">
            <a:srgbClr val="FDDA24"/>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85" name="Google Shape;185;p17">
            <a:extLst xmlns:a="http://schemas.openxmlformats.org/drawingml/2006/main">
              <a:ext uri="{FF2B5EF4-FFF2-40B4-BE49-F238E27FC236}">
                <a16:creationId xmlns:a16="http://schemas.microsoft.com/office/drawing/2014/main" id="{1AED71B4-E6C7-441A-9074-165BDE7062C8}"/>
              </a:ext>
            </a:extLst>
          </p:cNvPr>
          <p:cNvSpPr>
            <a:spLocks xmlns:a="http://schemas.openxmlformats.org/drawingml/2006/main" noGrp="1"/>
          </p:cNvSpPr>
          <p:nvPr/>
        </p:nvSpPr>
        <p:spPr>
          <a:xfrm xmlns:a="http://schemas.openxmlformats.org/drawingml/2006/main" rot="5400000">
            <a:off x="15611094" y="7498079"/>
            <a:ext cx="502920" cy="502920"/>
          </a:xfrm>
          <a:prstGeom xmlns:a="http://schemas.openxmlformats.org/drawingml/2006/main" prst="triangle">
            <a:avLst>
              <a:gd name="adj" fmla="val 50000"/>
            </a:avLst>
          </a:prstGeom>
          <a:solidFill xmlns:a="http://schemas.openxmlformats.org/drawingml/2006/main">
            <a:srgbClr val="FDDA24">
              <a:alpha val="60000"/>
            </a:srgbClr>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86" name="Google Shape;186;p17">
            <a:extLst xmlns:a="http://schemas.openxmlformats.org/drawingml/2006/main">
              <a:ext uri="{FF2B5EF4-FFF2-40B4-BE49-F238E27FC236}">
                <a16:creationId xmlns:a16="http://schemas.microsoft.com/office/drawing/2014/main" id="{3425FFAF-AD96-460D-A358-EEC17E39B7EC}"/>
              </a:ext>
            </a:extLst>
          </p:cNvPr>
          <p:cNvSpPr>
            <a:spLocks xmlns:a="http://schemas.openxmlformats.org/drawingml/2006/main" noGrp="1"/>
          </p:cNvSpPr>
          <p:nvPr/>
        </p:nvSpPr>
        <p:spPr>
          <a:xfrm xmlns:a="http://schemas.openxmlformats.org/drawingml/2006/main" rot="5400000">
            <a:off x="16088867" y="7498079"/>
            <a:ext cx="502920" cy="502920"/>
          </a:xfrm>
          <a:prstGeom xmlns:a="http://schemas.openxmlformats.org/drawingml/2006/main" prst="triangle">
            <a:avLst>
              <a:gd name="adj" fmla="val 50000"/>
            </a:avLst>
          </a:prstGeom>
          <a:solidFill xmlns:a="http://schemas.openxmlformats.org/drawingml/2006/main">
            <a:srgbClr val="FDDA24">
              <a:alpha val="30196"/>
            </a:srgbClr>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87" name="Google Shape;187;p17">
            <a:extLst xmlns:a="http://schemas.openxmlformats.org/drawingml/2006/main">
              <a:ext uri="{FF2B5EF4-FFF2-40B4-BE49-F238E27FC236}">
                <a16:creationId xmlns:a16="http://schemas.microsoft.com/office/drawing/2014/main" id="{35FD91CA-BBB3-4339-9424-ACAD4E6088B9}"/>
              </a:ext>
            </a:extLst>
          </p:cNvPr>
          <p:cNvSpPr>
            <a:spLocks xmlns:a="http://schemas.openxmlformats.org/drawingml/2006/main" noGrp="1"/>
          </p:cNvSpPr>
          <p:nvPr/>
        </p:nvSpPr>
        <p:spPr>
          <a:xfrm xmlns:a="http://schemas.openxmlformats.org/drawingml/2006/main">
            <a:off x="914400" y="8915400"/>
            <a:ext cx="16459200" cy="13716"/>
          </a:xfrm>
          <a:prstGeom xmlns:a="http://schemas.openxmlformats.org/drawingml/2006/main" prst="rect">
            <a:avLst/>
          </a:prstGeom>
          <a:solidFill xmlns:a="http://schemas.openxmlformats.org/drawingml/2006/main">
            <a:srgbClr val="DFDDD6"/>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88" name="Google Shape;188;p17">
            <a:extLst xmlns:a="http://schemas.openxmlformats.org/drawingml/2006/main">
              <a:ext uri="{FF2B5EF4-FFF2-40B4-BE49-F238E27FC236}">
                <a16:creationId xmlns:a16="http://schemas.microsoft.com/office/drawing/2014/main" id="{C23EDC0D-2B1F-43C9-A157-7F044362B986}"/>
              </a:ext>
            </a:extLst>
          </p:cNvPr>
          <p:cNvSpPr>
            <a:spLocks xmlns:a="http://schemas.openxmlformats.org/drawingml/2006/main" noGrp="1"/>
          </p:cNvSpPr>
          <p:nvPr/>
        </p:nvSpPr>
        <p:spPr>
          <a:xfrm xmlns:a="http://schemas.openxmlformats.org/drawingml/2006/main">
            <a:off x="914400" y="9253728"/>
            <a:ext cx="9144000" cy="320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spAutoFit/>
          </a:bodyPr>
          <a:lstStyle xmlns:a="http://schemas.openxmlformats.org/drawingml/2006/main"/>
          <a:p xmlns:a="http://schemas.openxmlformats.org/drawingml/2006/main">
            <a:pPr marL="0" marR="0" lvl="0" indent="0" algn="l">
              <a:spcBef>
                <a:spcPts val="0"/>
              </a:spcBef>
              <a:spcAft>
                <a:spcPts val="0"/>
              </a:spcAft>
              <a:buNone/>
            </a:pPr>
            <a:r>
              <a:rPr sz="1200" b="0" i="0" u="none" strike="noStrike" cap="none">
                <a:solidFill>
                  <a:srgbClr val="5C5C5C"/>
                </a:solidFill>
                <a:latin typeface="JetBrains Mono"/>
                <a:ea typeface="JetBrains Mono"/>
                <a:cs typeface="JetBrains Mono"/>
              </a:rPr>
              <a:t>© 2026 HackMeridian · Lisbon  ·  #HackMeridian26</a:t>
            </a:r>
            <a:endParaRPr/>
          </a:p>
        </p:txBody>
      </p:sp>
      <p:pic>
        <p:nvPicPr>
          <p:cNvPr id="189" name="Google Shape;189;p17">
            <a:extLst xmlns:a="http://schemas.openxmlformats.org/drawingml/2006/main">
              <a:ext uri="{FF2B5EF4-FFF2-40B4-BE49-F238E27FC236}">
                <a16:creationId xmlns:a16="http://schemas.microsoft.com/office/drawing/2014/main" id="{C24958FD-FCE7-4027-9E1A-3DB85F4BB8C0}"/>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e33183e2224f4899">
            <a:alphaModFix/>
          </a:blip>
          <a:srcRect xmlns:a="http://schemas.openxmlformats.org/drawingml/2006/main" l="0" t="0" r="0" b="0"/>
          <a:stretch xmlns:a="http://schemas.openxmlformats.org/drawingml/2006/main"/>
        </p:blipFill>
        <p:spPr>
          <a:xfrm xmlns:a="http://schemas.openxmlformats.org/drawingml/2006/main">
            <a:off x="14859000" y="9171432"/>
            <a:ext cx="2517969" cy="438912"/>
          </a:xfrm>
          <a:prstGeom xmlns:a="http://schemas.openxmlformats.org/drawingml/2006/main" prst="rect">
            <a:avLst/>
          </a:prstGeom>
          <a:ln xmlns:a="http://schemas.openxmlformats.org/drawingml/2006/main">
            <a:noFill/>
          </a:ln>
        </p:spPr>
      </p:pic>
      <p:sp>
        <p:nvSpPr>
          <p:cNvPr id="190" name="MVP target / Synthetic credentials / Res">
            <a:extLst xmlns:a="http://schemas.openxmlformats.org/drawingml/2006/main">
              <a:ext uri="{FF2B5EF4-FFF2-40B4-BE49-F238E27FC236}">
                <a16:creationId xmlns:a16="http://schemas.microsoft.com/office/drawing/2014/main" id="{ABE81326-9827-4678-A205-78A69B8672E5}"/>
              </a:ext>
            </a:extLst>
          </p:cNvPr>
          <p:cNvSpPr>
            <a:spLocks xmlns:a="http://schemas.openxmlformats.org/drawingml/2006/main" noGrp="1"/>
          </p:cNvSpPr>
          <p:nvPr/>
        </p:nvSpPr>
        <p:spPr>
          <a:xfrm xmlns:a="http://schemas.openxmlformats.org/drawingml/2006/main">
            <a:off x="914400" y="8420100"/>
            <a:ext cx="11430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00">
                <a:solidFill>
                  <a:srgbClr val="5C5C5C"/>
                </a:solidFill>
                <a:latin typeface="JetBrains Mono"/>
                <a:ea typeface="JetBrains Mono"/>
                <a:cs typeface="JetBrains Mono"/>
              </a:defRPr>
            </a:defPPr>
            <a:lvl1pPr>
              <a:buNone/>
              <a:defRPr sz="1400">
                <a:solidFill>
                  <a:srgbClr val="5C5C5C"/>
                </a:solidFill>
                <a:latin typeface="JetBrains Mono"/>
                <a:ea typeface="JetBrains Mono"/>
                <a:cs typeface="JetBrains Mono"/>
              </a:defRPr>
            </a:lvl1pPr>
            <a:lvl2pPr>
              <a:buNone/>
              <a:defRPr sz="1400">
                <a:solidFill>
                  <a:srgbClr val="5C5C5C"/>
                </a:solidFill>
                <a:latin typeface="JetBrains Mono"/>
                <a:ea typeface="JetBrains Mono"/>
                <a:cs typeface="JetBrains Mono"/>
              </a:defRPr>
            </a:lvl2pPr>
            <a:lvl3pPr>
              <a:buNone/>
              <a:defRPr sz="1400">
                <a:solidFill>
                  <a:srgbClr val="5C5C5C"/>
                </a:solidFill>
                <a:latin typeface="JetBrains Mono"/>
                <a:ea typeface="JetBrains Mono"/>
                <a:cs typeface="JetBrains Mono"/>
              </a:defRPr>
            </a:lvl3pPr>
            <a:lvl4pPr>
              <a:buNone/>
              <a:defRPr sz="1400">
                <a:solidFill>
                  <a:srgbClr val="5C5C5C"/>
                </a:solidFill>
                <a:latin typeface="JetBrains Mono"/>
                <a:ea typeface="JetBrains Mono"/>
                <a:cs typeface="JetBrains Mono"/>
              </a:defRPr>
            </a:lvl4pPr>
            <a:lvl5pPr>
              <a:buNone/>
              <a:defRPr sz="1400">
                <a:solidFill>
                  <a:srgbClr val="5C5C5C"/>
                </a:solidFill>
                <a:latin typeface="JetBrains Mono"/>
                <a:ea typeface="JetBrains Mono"/>
                <a:cs typeface="JetBrains Mono"/>
              </a:defRPr>
            </a:lvl5pPr>
            <a:lvl6pPr>
              <a:buNone/>
              <a:defRPr sz="1400">
                <a:solidFill>
                  <a:srgbClr val="5C5C5C"/>
                </a:solidFill>
                <a:latin typeface="JetBrains Mono"/>
                <a:ea typeface="JetBrains Mono"/>
                <a:cs typeface="JetBrains Mono"/>
              </a:defRPr>
            </a:lvl6pPr>
            <a:lvl7pPr>
              <a:buNone/>
              <a:defRPr sz="1400">
                <a:solidFill>
                  <a:srgbClr val="5C5C5C"/>
                </a:solidFill>
                <a:latin typeface="JetBrains Mono"/>
                <a:ea typeface="JetBrains Mono"/>
                <a:cs typeface="JetBrains Mono"/>
              </a:defRPr>
            </a:lvl7pPr>
            <a:lvl8pPr>
              <a:buNone/>
              <a:defRPr sz="1400">
                <a:solidFill>
                  <a:srgbClr val="5C5C5C"/>
                </a:solidFill>
                <a:latin typeface="JetBrains Mono"/>
                <a:ea typeface="JetBrains Mono"/>
                <a:cs typeface="JetBrains Mono"/>
              </a:defRPr>
            </a:lvl8pPr>
            <a:lvl9pPr>
              <a:buNone/>
              <a:defRPr sz="1400">
                <a:solidFill>
                  <a:srgbClr val="5C5C5C"/>
                </a:solidFill>
                <a:latin typeface="JetBrains Mono"/>
                <a:ea typeface="JetBrains Mono"/>
                <a:cs typeface="JetBrains Mono"/>
              </a:defRPr>
            </a:lvl9pPr>
          </a:lstStyle>
          <a:p xmlns:a="http://schemas.openxmlformats.org/drawingml/2006/main">
            <a:pPr>
              <a:buNone/>
              <a:defRPr sz="1400">
                <a:solidFill>
                  <a:srgbClr val="5C5C5C"/>
                </a:solidFill>
                <a:latin typeface="JetBrains Mono"/>
                <a:ea typeface="JetBrains Mono"/>
                <a:cs typeface="JetBrains Mono"/>
              </a:defRPr>
            </a:pPr>
            <a:r>
              <a:rPr sz="1400">
                <a:solidFill>
                  <a:srgbClr val="5C5C5C"/>
                </a:solidFill>
                <a:latin typeface="JetBrains Mono"/>
                <a:ea typeface="JetBrains Mono"/>
                <a:cs typeface="JetBrains Mono"/>
              </a:rPr>
              <a:t>Live Testnet MVP / Synthetic credentials / No real bank or registry integration</a:t>
            </a:r>
          </a:p>
        </p:txBody>
      </p:sp>
    </p:spTree>
    <p:extLst>
      <p:ext uri="{BB962C8B-B14F-4D97-AF65-F5344CB8AC3E}">
        <p14:creationId xmlns:p14="http://schemas.microsoft.com/office/powerpoint/2010/main" val="1399007677"/>
      </p:ext>
    </p:extLst>
  </p:cSld>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2026-10-26T01:23:35.5360000Z</dcterms:created>
  <dcterms:modified xsi:type="dcterms:W3CDTF">2026-10-26T01:23:35.5360000Z</dcterms:modified>
</coreProperties>
</file>