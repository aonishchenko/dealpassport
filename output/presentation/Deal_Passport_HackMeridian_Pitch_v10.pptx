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52629c7acb1481a" /><Relationship Type="http://schemas.openxmlformats.org/officeDocument/2006/relationships/extended-properties" Target="/docProps/app.xml" Id="Rb33e937e55734297" /><Relationship Type="http://schemas.openxmlformats.org/officeDocument/2006/relationships/officeDocument" Target="/ppt/presentation.xml" Id="R2e5cc042150b4152"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e53f8bafa7ed4c01"/>
  </p:sldMasterIdLst>
  <p:notesMasterIdLst>
    <p:notesMasterId xmlns:r="http://schemas.openxmlformats.org/officeDocument/2006/relationships" r:id="Ra090bd2e3f5e4435"/>
  </p:notesMasterIdLst>
  <p:sldIdLst>
    <p:sldId xmlns:r="http://schemas.openxmlformats.org/officeDocument/2006/relationships" id="256" r:id="Ra825d7e478ce405d"/>
    <p:sldId xmlns:r="http://schemas.openxmlformats.org/officeDocument/2006/relationships" id="257" r:id="R219ab178a3ed478b"/>
    <p:sldId xmlns:r="http://schemas.openxmlformats.org/officeDocument/2006/relationships" id="258" r:id="R3a3e134e0b2f4f2e"/>
    <p:sldId xmlns:r="http://schemas.openxmlformats.org/officeDocument/2006/relationships" id="259" r:id="R94074d0b5524495e"/>
    <p:sldId xmlns:r="http://schemas.openxmlformats.org/officeDocument/2006/relationships" id="260" r:id="R799cc7e1d3fe4490"/>
    <p:sldId xmlns:r="http://schemas.openxmlformats.org/officeDocument/2006/relationships" id="261" r:id="R5a8c1024b01c427b"/>
    <p:sldId xmlns:r="http://schemas.openxmlformats.org/officeDocument/2006/relationships" id="262" r:id="R7a1893a63307466a"/>
  </p:sldIdLst>
  <p:sldSz cx="18288000" cy="10287000"/>
  <p:notesSz cx="6858000" cy="9144000"/>
  <p:embeddedFontLst>
    <p:embeddedFont>
      <p:font typeface="Instrument Sans"/>
      <p:regular xmlns:r="http://schemas.openxmlformats.org/officeDocument/2006/relationships" r:id="Rc0374645d59147b6"/>
      <p:bold xmlns:r="http://schemas.openxmlformats.org/officeDocument/2006/relationships" r:id="R4795f8ff4c70412c"/>
      <p:italic xmlns:r="http://schemas.openxmlformats.org/officeDocument/2006/relationships" r:id="R6f76f6908e7b491c"/>
      <p:boldItalic xmlns:r="http://schemas.openxmlformats.org/officeDocument/2006/relationships" r:id="R79735ea6c4c04c28"/>
    </p:embeddedFont>
    <p:embeddedFont>
      <p:font typeface="Inter Tight"/>
      <p:regular xmlns:r="http://schemas.openxmlformats.org/officeDocument/2006/relationships" r:id="Ra24fd1f0f1aa443c"/>
      <p:bold xmlns:r="http://schemas.openxmlformats.org/officeDocument/2006/relationships" r:id="R29ef9bf6c2d44e5c"/>
      <p:italic xmlns:r="http://schemas.openxmlformats.org/officeDocument/2006/relationships" r:id="Ra8287c1ad8274cab"/>
      <p:boldItalic xmlns:r="http://schemas.openxmlformats.org/officeDocument/2006/relationships" r:id="R7b1fe58ade0643d9"/>
    </p:embeddedFont>
    <p:embeddedFont>
      <p:font typeface="JetBrains Mono"/>
      <p:regular xmlns:r="http://schemas.openxmlformats.org/officeDocument/2006/relationships" r:id="R8b22b22b86604931"/>
      <p:bold xmlns:r="http://schemas.openxmlformats.org/officeDocument/2006/relationships" r:id="R07de6290d87f4177"/>
      <p:italic xmlns:r="http://schemas.openxmlformats.org/officeDocument/2006/relationships" r:id="Rd559e519e44844c6"/>
      <p:boldItalic xmlns:r="http://schemas.openxmlformats.org/officeDocument/2006/relationships" r:id="Ree21ad1e3b8549a3"/>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94bec3d668ad431d" /><Relationship Type="http://schemas.openxmlformats.org/officeDocument/2006/relationships/slideMaster" Target="/ppt/slideMasters/slideMaster1.xml" Id="Re53f8bafa7ed4c01" /><Relationship Type="http://schemas.openxmlformats.org/officeDocument/2006/relationships/notesMaster" Target="/ppt/notesMasters/notesMaster1.xml" Id="Ra090bd2e3f5e4435" /><Relationship Type="http://schemas.openxmlformats.org/officeDocument/2006/relationships/presProps" Target="/ppt/presProps.xml" Id="Ra881ea5930b24680" /><Relationship Type="http://schemas.openxmlformats.org/officeDocument/2006/relationships/viewProps" Target="/ppt/viewProps.xml" Id="R8b46f31fb41f4c72" /><Relationship Type="http://schemas.openxmlformats.org/officeDocument/2006/relationships/tableStyles" Target="/ppt/tableStyles.xml" Id="R7c5e733ac0ed4a1b" /><Relationship Type="http://schemas.openxmlformats.org/officeDocument/2006/relationships/font" Target="/ppt/fonts/font.dat" Id="Rc0374645d59147b6" /><Relationship Type="http://schemas.openxmlformats.org/officeDocument/2006/relationships/font" Target="/ppt/fonts/font2.dat" Id="R4795f8ff4c70412c" /><Relationship Type="http://schemas.openxmlformats.org/officeDocument/2006/relationships/font" Target="/ppt/fonts/font3.dat" Id="R6f76f6908e7b491c" /><Relationship Type="http://schemas.openxmlformats.org/officeDocument/2006/relationships/font" Target="/ppt/fonts/font4.dat" Id="R79735ea6c4c04c28" /><Relationship Type="http://schemas.openxmlformats.org/officeDocument/2006/relationships/font" Target="/ppt/fonts/font5.dat" Id="Ra24fd1f0f1aa443c" /><Relationship Type="http://schemas.openxmlformats.org/officeDocument/2006/relationships/font" Target="/ppt/fonts/font6.dat" Id="R29ef9bf6c2d44e5c" /><Relationship Type="http://schemas.openxmlformats.org/officeDocument/2006/relationships/font" Target="/ppt/fonts/font7.dat" Id="Ra8287c1ad8274cab" /><Relationship Type="http://schemas.openxmlformats.org/officeDocument/2006/relationships/font" Target="/ppt/fonts/font8.dat" Id="R7b1fe58ade0643d9" /><Relationship Type="http://schemas.openxmlformats.org/officeDocument/2006/relationships/font" Target="/ppt/fonts/font9.dat" Id="R8b22b22b86604931" /><Relationship Type="http://schemas.openxmlformats.org/officeDocument/2006/relationships/font" Target="/ppt/fonts/font10.dat" Id="R07de6290d87f4177" /><Relationship Type="http://schemas.openxmlformats.org/officeDocument/2006/relationships/font" Target="/ppt/fonts/font11.dat" Id="Rd559e519e44844c6" /><Relationship Type="http://schemas.openxmlformats.org/officeDocument/2006/relationships/font" Target="/ppt/fonts/font12.dat" Id="Ree21ad1e3b8549a3" /><Relationship Type="http://schemas.openxmlformats.org/officeDocument/2006/relationships/slide" Target="/ppt/slides/slide1.xml" Id="Ra825d7e478ce405d" /><Relationship Type="http://schemas.openxmlformats.org/officeDocument/2006/relationships/slide" Target="/ppt/slides/slide2.xml" Id="R219ab178a3ed478b" /><Relationship Type="http://schemas.openxmlformats.org/officeDocument/2006/relationships/slide" Target="/ppt/slides/slide3.xml" Id="R3a3e134e0b2f4f2e" /><Relationship Type="http://schemas.openxmlformats.org/officeDocument/2006/relationships/slide" Target="/ppt/slides/slide4.xml" Id="R94074d0b5524495e" /><Relationship Type="http://schemas.openxmlformats.org/officeDocument/2006/relationships/slide" Target="/ppt/slides/slide5.xml" Id="R799cc7e1d3fe4490" /><Relationship Type="http://schemas.openxmlformats.org/officeDocument/2006/relationships/slide" Target="/ppt/slides/slide6.xml" Id="R5a8c1024b01c427b" /><Relationship Type="http://schemas.openxmlformats.org/officeDocument/2006/relationships/slide" Target="/ppt/slides/slide7.xml" Id="R7a1893a63307466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34b32ee3f45459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4022300a8f140b5" /><Relationship Type="http://schemas.openxmlformats.org/officeDocument/2006/relationships/notesMaster" Target="/ppt/notesMasters/notesMaster1.xml" Id="R85f1b96eb07e4583" /></Relationships>
</file>

<file path=ppt/notesSlides/_rels/notesSlide2.xml.rels>&#65279;<?xml version="1.0" encoding="utf-8"?><Relationships xmlns="http://schemas.openxmlformats.org/package/2006/relationships"><Relationship Type="http://schemas.openxmlformats.org/officeDocument/2006/relationships/slide" Target="/ppt/slides/slide2.xml" Id="Rab60db8125d9411a" /><Relationship Type="http://schemas.openxmlformats.org/officeDocument/2006/relationships/notesMaster" Target="/ppt/notesMasters/notesMaster1.xml" Id="Rb4f85d0896f849c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138a3a4464a4d63" /><Relationship Type="http://schemas.openxmlformats.org/officeDocument/2006/relationships/notesMaster" Target="/ppt/notesMasters/notesMaster1.xml" Id="R47a2420b20df46af" /></Relationships>
</file>

<file path=ppt/notesSlides/_rels/notesSlide4.xml.rels>&#65279;<?xml version="1.0" encoding="utf-8"?><Relationships xmlns="http://schemas.openxmlformats.org/package/2006/relationships"><Relationship Type="http://schemas.openxmlformats.org/officeDocument/2006/relationships/slide" Target="/ppt/slides/slide4.xml" Id="Rfb603946c01648b6" /><Relationship Type="http://schemas.openxmlformats.org/officeDocument/2006/relationships/notesMaster" Target="/ppt/notesMasters/notesMaster1.xml" Id="Rdb6d9050749740c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a25e535e52845d9" /><Relationship Type="http://schemas.openxmlformats.org/officeDocument/2006/relationships/notesMaster" Target="/ppt/notesMasters/notesMaster1.xml" Id="Rf37ba78e50e541fb" /></Relationships>
</file>

<file path=ppt/notesSlides/_rels/notesSlide6.xml.rels>&#65279;<?xml version="1.0" encoding="utf-8"?><Relationships xmlns="http://schemas.openxmlformats.org/package/2006/relationships"><Relationship Type="http://schemas.openxmlformats.org/officeDocument/2006/relationships/slide" Target="/ppt/slides/slide6.xml" Id="R991edc44ccea401e" /><Relationship Type="http://schemas.openxmlformats.org/officeDocument/2006/relationships/notesMaster" Target="/ppt/notesMasters/notesMaster1.xml" Id="R568e2c6b27574636" /></Relationships>
</file>

<file path=ppt/notesSlides/_rels/notesSlide7.xml.rels>&#65279;<?xml version="1.0" encoding="utf-8"?><Relationships xmlns="http://schemas.openxmlformats.org/package/2006/relationships"><Relationship Type="http://schemas.openxmlformats.org/officeDocument/2006/relationships/slide" Target="/ppt/slides/slide7.xml" Id="Reda7ac05aff445aa" /><Relationship Type="http://schemas.openxmlformats.org/officeDocument/2006/relationships/notesMaster" Target="/ppt/notesMasters/notesMaster1.xml" Id="Red20b7519b7f416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Deal Passport / EasyAI / Oleksiy Onishchenko, solo builder. Live demo: https://dealpassport.aonishchenko33.workers.dev. Repository: https://github.com/aonishchenko/dealpassport.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Implemented synthetic Testnet MVP: browser Groth16 proof generation; issuer-root membership, threshold, expiry, deal and recipient binding; authenticated property marketing-authority attestation; both participants’ consents; protected dossier API with fresh onchain reads; expiry, replay, forgery, withdrawal and revocation checks; session-private operation history and expired-session recovery. Browser proof times of 1.6–2.6 seconds were observed on this device, not a performance guarantee. Source evidence: docs/evidence/gate-a.json through gate-e.json, demo-feedback.json, docs/BUILD_LOG.md, worker/index.ts, worker/chain.ts and src/App.tsx. All identities, credentials and property examples are synthetic. Stellar verification is genuine. The single-party setup and educational verifier remain unaudited.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No pre-event Deal Passport code, designs or assets. Third-party tools and educational verifier are attributed in docs/THIRD_PARTY.md. Original work retains its root license; dependencies retain their respective licenses.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Post-MVP only by Oleksiy’s decision on 26 October 2026: real identity and property-authority providers, a controlled human-reviewed property pilot, and migration to non-GPL proving components. Same-deal proof renewal is a proposed policy improvement and is not implemented; the current holder/deal nullifier is consumed once, buyer access ends at the current five-minute epoch boundary, and a fresh demo deal is required after expiry. Seller authority and sessions expire within 20 minutes. No real bank, registry, Didit or Stripe integration is claimed.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Illustration: Two anonymous participants meet on a completed yellow bridge, retaining their closed folders. Generated for this project on 26 October 2026 using the built-in image_gen tool, whose model-version identifier was not exposed. Conceptual artwork, not real customers, partners, property evidence or a real-person photograph. Asset: docs/pitch-assets/cover.png. Final prompt and provenance: docs/pitch-assets/PROMPTS.md.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seller requires €750,000. A synthetic financial issuer certifies a private €900,000 credential. The browser proves issuer membership and the threshold without placing the balance or witness onchain. The authorized property issuer attests AUTHORIZED_TO_MARKET for this deal, which does not assert ownership, title or planning approval. Both consents and fresh qualification checks are necessary before the Worker returns the synthetic dossier.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Implemented synthetic Testnet MVP: browser Groth16 proof generation; issuer-root membership, threshold, expiry, deal and recipient binding; authenticated property marketing-authority attestation; both participants’ consents; protected dossier API with fresh onchain reads; expiry, replay, forgery, withdrawal and revocation checks; session-private operation history and expired-session recovery. Browser proof times of 1.6–2.6 seconds were observed on this device, not a performance guarantee. Source evidence: docs/evidence/gate-a.json through gate-e.json, demo-feedback.json, docs/BUILD_LOG.md, worker/index.ts, worker/chain.ts and src/App.tsx. All identities, credentials and property examples are synthetic. Stellar verification is genuine. The single-party setup and educational verifier remain unaudited.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Illustration: An anonymous buyer and seller hold closed folders on opposite sides of a broken road. Generated for this project on 26 October 2026 using the built-in image_gen tool, whose model-version identifier was not exposed. Conceptual artwork, not real customers, partners, property evidence or a real-person photograph. Asset: docs/pitch-assets/solution.png. Final prompt and provenance: docs/pitch-assets/PROMPTS.md.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Target customers: licensed Portuguese brokers and off-market property platforms. Price hypothesis selected by Oleksiy: €89 per month OR per-verification fees, as alternatives. Per-verification price, demand and willingness to pay remain unvalidated. No paying customers, secured pilot, measured savings or revenue are claimed.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Portugal recorded 169,812 home sales totaling €41.2 billion in 2025. All home sales are market context, not Deal Passport TAM. Source: https://estatistica.dgeconomia.gov.pt/indice-de-precos-da-habitacao-ine-18/ (checked 25 October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Post-MVP only by Oleksiy’s decision on 26 October 2026: real identity and property-authority providers, a controlled human-reviewed property pilot, and migration to non-GPL proving components. Same-deal proof renewal is a proposed policy improvement and is not implemented; the current holder/deal nullifier is consumed once, buyer access ends at the current five-minute epoch boundary, and a fresh demo deal is required after expiry. Seller authority and sessions expire within 20 minutes. No real bank, registry, Didit or Stripe integration is claimed.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Illustration: A broker faces repeated property-document checks and stacks of folders. Generated for this project on 26 October 2026 using the built-in image_gen tool, whose model-version identifier was not exposed. Conceptual artwork, not real customers, partners, property evidence or a real-person photograph. Asset: docs/pitch-assets/pmf.png. Final prompt and provenance: docs/pitch-assets/PROMPTS.md.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Step 02 continuation. Comparison of adjacent published offers with the implemented synthetic MVP; not an exhaustive market search or worldwide novelty proof.</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reviewed 25–26 October 2026: https://realopen.com/get-started — free crypto proof-of-funds letter discloses the verified balance; https://integralayer.com/ — Asset Passport enriched with data and external attestors; https://www.merkao.io/ — counterparty verification, NDAs, data rooms and vendor-reported 250+ verified professionals. These signals support interest in the surrounding category; they do not validate Deal Passport demand, uniqueness, willingness to pay or revenue. See docs/COMPETITOR_CONTEXT.md.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Implemented synthetic Testnet MVP: browser Groth16 proof generation; issuer-root membership, threshold, expiry, deal and recipient binding; authenticated property marketing-authority attestation; both participants’ consents; protected dossier API with fresh onchain reads; expiry, replay, forgery, withdrawal and revocation checks; session-private operation history and expired-session recovery. Browser proof times of 1.6–2.6 seconds were observed on this device, not a performance guarantee. Source evidence: docs/evidence/gate-a.json through gate-e.json, demo-feedback.json, docs/BUILD_LOG.md, worker/index.ts, worker/chain.ts and src/App.tsx. All identities, credentials and property examples are synthetic. Stellar verification is genuine. The single-party setup and educational verifier remain unaudited.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Illustration: Three specialists bring separate expertise together around one property. Generated for this project on 26 October 2026 using the built-in image_gen tool, whose model-version identifier was not exposed. Conceptual artwork, not real customers, partners, property evidence or a real-person photograph. Asset: docs/pitch-assets/market.png. Final prompt and provenance: docs/pitch-assets/PROMPTS.md.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Step 03. Live demo: https://dealpassport.aonishchenko33.workers.dev. React/TypeScript interface, browser snarkjs Groth16 prover, Circom circuit, Rust/Soroban BN254 contracts, Cloudflare Worker and D1. Proof generation and initial Testnet transactions can take longer on other devices or networks.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Implemented synthetic Testnet MVP: browser Groth16 proof generation; issuer-root membership, threshold, expiry, deal and recipient binding; authenticated property marketing-authority attestation; both participants’ consents; protected dossier API with fresh onchain reads; expiry, replay, forgery, withdrawal and revocation checks; session-private operation history and expired-session recovery. Browser proof times of 1.6–2.6 seconds were observed on this device, not a performance guarantee. Source evidence: docs/evidence/gate-a.json through gate-e.json, demo-feedback.json, docs/BUILD_LOG.md, worker/index.ts, worker/chain.ts and src/App.tsx. All identities, credentials and property examples are synthetic. Stellar verification is genuine. The single-party setup and educational verifier remain unaudited.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Post-MVP only by Oleksiy’s decision on 26 October 2026: real identity and property-authority providers, a controlled human-reviewed property pilot, and migration to non-GPL proving components. Same-deal proof renewal is a proposed policy improvement and is not implemented; the current holder/deal nullifier is consumed once, buyer access ends at the current five-minute epoch boundary, and a fresh demo deal is required after expiry. Seller authority and sessions expire within 20 minutes. No real bank, registry, Didit or Stripe integration is claimed.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Illustration: A sealed briefcase balances against a house, illustrating financial qualification without opening the evidence. Generated for this project on 26 October 2026 using the built-in image_gen tool, whose model-version identifier was not exposed. Conceptual artwork, not real customers, partners, property evidence or a real-person photograph. Asset: docs/pitch-assets/tech.png. Final prompt and provenance: docs/pitch-assets/PROMPTS.md.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Step 03 continuation. Planned production architecture based on Deal_Passport_HackMeridian_Build_Spec.md and docs/PRODUCTION_ARCHITECTURE.md. Oleksiy requested one technology per purpose and nested boxes for the functional sections. Selected for the architecture: Didit for identity workflows, Reclaim for verifiable financial source evidence, Predial Online for Portuguese property records, ACTA for credential infrastructure, and Rust/Arkworks compiled to WebAssembly for local Groth16/BN254 proving. These are design choices for post-MVP implementation, not claims of connected services or commercial partnerships. Reclaim source coverage must be validated against the chosen financial portal. Predial Online supplies registry evidence for a qualified reviewer; no automated seller-authority API is implied. ACTA integration must preserve the issuer-bound eligibility relation. Arkworks browser/Soroban compatibility and final licensing require verification before implementation is complete.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React is one interface block. Cloudflare Workers hosts buyer verification, seller verification and deal access with D1 metadata and encrypted documents in R2. Inner boxes identify logical responsibilities, not separate deployments. Identity alone does not establish marketing authority. Private proving executes on the user's device. Stellar Mainnet/Soroban checks credential roots, revocation, proof validity, qualification and consent. The API reads current policy before document disclosure. User wallets authorize transactions; issuer keys need managed rotation and access control. Production renewal allows a new valid proof for the same deal under a versioned replay policy.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Primary references checked 26 October 2026: https://docs.didit.me/ ; https://docs.reclaimprotocol.org/ ; https://www.predialonline.pt/PredialOnline/ ; https://acta.build/ ; https://github.com/arkworks-rs/groth16 ; https://developers.stellar.org/docs/build/apps/zk . This slide describes the intended production system. The preceding workflow slide describes the implemented Testnet product. Production integrations, security review and proving migration remain post-MVP.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EasyAI / Oleksiy Onishchenko, solo participant. Worked out the idea, designed the architecture and implemented the Testnet MVP and demo. Oleksiy performs reviews, corrections and submission. CV-supplied background: 25+ years in software, fintech/cloud systems, solo production marketplaces, former 3Commas Engineering Manager and OpenCascade R&amp;D Engineering Director. Personal contact details omitted. AI tooling: ChatGPT for planning and specification, Codex for engineering, debugging, verification and presentation/demo materials.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Post-MVP only by Oleksiy’s decision on 26 October 2026: real identity and property-authority providers, a controlled human-reviewed property pilot, and migration to non-GPL proving components. Same-deal proof renewal is a proposed policy improvement and is not implemented; the current holder/deal nullifier is consumed once, buyer access ends at the current five-minute epoch boundary, and a fresh demo deal is required after expiry. Seller authority and sessions expire within 20 minutes. No real bank, registry, Didit or Stripe integration is claimed.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Illustration: A fictional solo builder develops a property product at a laptop. This is not a portrait of Oleksiy. Generated for this project on 26 October 2026 using the built-in image_gen tool, whose model-version identifier was not exposed. Conceptual artwork, not real customers, partners, property evidence or a real-person photograph. Asset: docs/pitch-assets/team.png. Final prompt and provenance: docs/pitch-assets/PROMPTS.md.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084b09fc193460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682e66a3368454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0468ecd0f7d40d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9e791851fa54c6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dabb9ded0ef4e0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16264b39701491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24378fb346b4ae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73e023891b7498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288e0b8cb59c4d0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94b5cf89eec2486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4834a21c3dfa45ff" /></Relationships>
</file>

<file path=ppt/slideLayouts/slideLayout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12" name="Google Shape;12;p2">
            <a:extLst xmlns:a="http://schemas.openxmlformats.org/drawingml/2006/main">
              <a:ext uri="{FF2B5EF4-FFF2-40B4-BE49-F238E27FC236}">
                <a16:creationId xmlns:a16="http://schemas.microsoft.com/office/drawing/2014/main" id="{FAB1C9E6-EAF3-42B7-8CE3-19126ADDA28C}"/>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3" name="Google Shape;13;p2">
            <a:extLst xmlns:a="http://schemas.openxmlformats.org/drawingml/2006/main">
              <a:ext uri="{FF2B5EF4-FFF2-40B4-BE49-F238E27FC236}">
                <a16:creationId xmlns:a16="http://schemas.microsoft.com/office/drawing/2014/main" id="{83BE4A12-1411-4A7B-9D53-D62A71065216}"/>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4" name="Google Shape;14;p2">
            <a:extLst xmlns:a="http://schemas.openxmlformats.org/drawingml/2006/main">
              <a:ext uri="{FF2B5EF4-FFF2-40B4-BE49-F238E27FC236}">
                <a16:creationId xmlns:a16="http://schemas.microsoft.com/office/drawing/2014/main" id="{6D7184D7-D0BE-43B6-9337-03B0F6E4BFD6}"/>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5151DFDD-648D-4FB3-9FAD-B750F0B5CB13}"/>
              </a:ext>
            </a:extLst>
          </p:cNvPr>
          <p:cNvSpPr>
            <a:spLocks xmlns:a="http://schemas.openxmlformats.org/drawingml/2006/main" noGrp="1"/>
          </p:cNvSpPr>
          <p:nvPr>
            <p:ph type="ctrTitle" idx="0"/>
          </p:nvPr>
        </p:nvSpPr>
        <p:spPr>
          <a:xfrm xmlns:a="http://schemas.openxmlformats.org/drawingml/2006/main">
            <a:off x="685800" y="2130425"/>
            <a:ext cx="7772400" cy="147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17" name="Google Shape;17;p3">
            <a:extLst xmlns:a="http://schemas.openxmlformats.org/drawingml/2006/main">
              <a:ext uri="{FF2B5EF4-FFF2-40B4-BE49-F238E27FC236}">
                <a16:creationId xmlns:a16="http://schemas.microsoft.com/office/drawing/2014/main" id="{2400551B-EA0C-45E9-87AF-A2CD5117E132}"/>
              </a:ext>
            </a:extLst>
          </p:cNvPr>
          <p:cNvSpPr>
            <a:spLocks xmlns:a="http://schemas.openxmlformats.org/drawingml/2006/main" noGrp="1"/>
          </p:cNvSpPr>
          <p:nvPr>
            <p:ph type="subTitle" idx="1"/>
          </p:nvPr>
        </p:nvSpPr>
        <p:spPr>
          <a:xfrm xmlns:a="http://schemas.openxmlformats.org/drawingml/2006/main">
            <a:off x="1371600" y="3886200"/>
            <a:ext cx="6400800" cy="17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spcBef>
                <a:spcPts val="640"/>
              </a:spcBef>
              <a:spcAft>
                <a:spcPts val="0"/>
              </a:spcAft>
              <a:buClr>
                <a:srgbClr val="888888"/>
              </a:buClr>
              <a:buSzPts val="3200"/>
              <a:buNone/>
              <a:defRPr>
                <a:solidFill>
                  <a:srgbClr val="888888"/>
                </a:solidFill>
              </a:defRPr>
            </a:lvl1pPr>
            <a:lvl2pPr algn="ctr">
              <a:spcBef>
                <a:spcPts val="560"/>
              </a:spcBef>
              <a:spcAft>
                <a:spcPts val="0"/>
              </a:spcAft>
              <a:buClr>
                <a:srgbClr val="888888"/>
              </a:buClr>
              <a:buSzPts val="2800"/>
              <a:buNone/>
              <a:defRPr>
                <a:solidFill>
                  <a:srgbClr val="888888"/>
                </a:solidFill>
              </a:defRPr>
            </a:lvl2pPr>
            <a:lvl3pPr algn="ctr">
              <a:spcBef>
                <a:spcPts val="480"/>
              </a:spcBef>
              <a:spcAft>
                <a:spcPts val="0"/>
              </a:spcAft>
              <a:buClr>
                <a:srgbClr val="888888"/>
              </a:buClr>
              <a:buSzPts val="2400"/>
              <a:buNone/>
              <a:defRPr>
                <a:solidFill>
                  <a:srgbClr val="888888"/>
                </a:solidFill>
              </a:defRPr>
            </a:lvl3pPr>
            <a:lvl4pPr algn="ctr">
              <a:spcBef>
                <a:spcPts val="400"/>
              </a:spcBef>
              <a:spcAft>
                <a:spcPts val="0"/>
              </a:spcAft>
              <a:buClr>
                <a:srgbClr val="888888"/>
              </a:buClr>
              <a:buSzPts val="2000"/>
              <a:buNone/>
              <a:defRPr>
                <a:solidFill>
                  <a:srgbClr val="888888"/>
                </a:solidFill>
              </a:defRPr>
            </a:lvl4pPr>
            <a:lvl5pPr algn="ctr">
              <a:spcBef>
                <a:spcPts val="400"/>
              </a:spcBef>
              <a:spcAft>
                <a:spcPts val="0"/>
              </a:spcAft>
              <a:buClr>
                <a:srgbClr val="888888"/>
              </a:buClr>
              <a:buSzPts val="2000"/>
              <a:buNone/>
              <a:defRPr>
                <a:solidFill>
                  <a:srgbClr val="888888"/>
                </a:solidFill>
              </a:defRPr>
            </a:lvl5pPr>
            <a:lvl6pPr algn="ctr">
              <a:spcBef>
                <a:spcPts val="400"/>
              </a:spcBef>
              <a:spcAft>
                <a:spcPts val="0"/>
              </a:spcAft>
              <a:buClr>
                <a:srgbClr val="888888"/>
              </a:buClr>
              <a:buSzPts val="2000"/>
              <a:buNone/>
              <a:defRPr>
                <a:solidFill>
                  <a:srgbClr val="888888"/>
                </a:solidFill>
              </a:defRPr>
            </a:lvl6pPr>
            <a:lvl7pPr algn="ctr">
              <a:spcBef>
                <a:spcPts val="400"/>
              </a:spcBef>
              <a:spcAft>
                <a:spcPts val="0"/>
              </a:spcAft>
              <a:buClr>
                <a:srgbClr val="888888"/>
              </a:buClr>
              <a:buSzPts val="2000"/>
              <a:buNone/>
              <a:defRPr>
                <a:solidFill>
                  <a:srgbClr val="888888"/>
                </a:solidFill>
              </a:defRPr>
            </a:lvl7pPr>
            <a:lvl8pPr algn="ctr">
              <a:spcBef>
                <a:spcPts val="400"/>
              </a:spcBef>
              <a:spcAft>
                <a:spcPts val="0"/>
              </a:spcAft>
              <a:buClr>
                <a:srgbClr val="888888"/>
              </a:buClr>
              <a:buSzPts val="2000"/>
              <a:buNone/>
              <a:defRPr>
                <a:solidFill>
                  <a:srgbClr val="888888"/>
                </a:solidFill>
              </a:defRPr>
            </a:lvl8pPr>
            <a:lvl9pPr algn="ctr">
              <a:spcBef>
                <a:spcPts val="400"/>
              </a:spcBef>
              <a:spcAft>
                <a:spcPts val="0"/>
              </a:spcAft>
              <a:buClr>
                <a:srgbClr val="888888"/>
              </a:buClr>
              <a:buSzPts val="2000"/>
              <a:buNone/>
              <a:defRPr>
                <a:solidFill>
                  <a:srgbClr val="888888"/>
                </a:solidFill>
              </a:defRPr>
            </a:lvl9pPr>
          </a:lstStyle>
          <a:p xmlns:a="http://schemas.openxmlformats.org/drawingml/2006/main"/>
        </p:txBody>
      </p:sp>
      <p:sp>
        <p:nvSpPr>
          <p:cNvPr id="18" name="Google Shape;18;p3">
            <a:extLst xmlns:a="http://schemas.openxmlformats.org/drawingml/2006/main">
              <a:ext uri="{FF2B5EF4-FFF2-40B4-BE49-F238E27FC236}">
                <a16:creationId xmlns:a16="http://schemas.microsoft.com/office/drawing/2014/main" id="{4DDEBFF5-5D1B-4DAA-8B3F-B0C49C71C1CB}"/>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9" name="Google Shape;19;p3">
            <a:extLst xmlns:a="http://schemas.openxmlformats.org/drawingml/2006/main">
              <a:ext uri="{FF2B5EF4-FFF2-40B4-BE49-F238E27FC236}">
                <a16:creationId xmlns:a16="http://schemas.microsoft.com/office/drawing/2014/main" id="{A28D2F6D-06F0-4FB3-8B8B-B2DBB3DAB1F6}"/>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0" name="Google Shape;20;p3">
            <a:extLst xmlns:a="http://schemas.openxmlformats.org/drawingml/2006/main">
              <a:ext uri="{FF2B5EF4-FFF2-40B4-BE49-F238E27FC236}">
                <a16:creationId xmlns:a16="http://schemas.microsoft.com/office/drawing/2014/main" id="{86F7382E-6234-4FDC-85A5-A0F785A75B06}"/>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22" name="Google Shape;22;p4">
            <a:extLst xmlns:a="http://schemas.openxmlformats.org/drawingml/2006/main">
              <a:ext uri="{FF2B5EF4-FFF2-40B4-BE49-F238E27FC236}">
                <a16:creationId xmlns:a16="http://schemas.microsoft.com/office/drawing/2014/main" id="{A755824B-8A62-4508-9243-AE27C7135035}"/>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23" name="Google Shape;23;p4">
            <a:extLst xmlns:a="http://schemas.openxmlformats.org/drawingml/2006/main">
              <a:ext uri="{FF2B5EF4-FFF2-40B4-BE49-F238E27FC236}">
                <a16:creationId xmlns:a16="http://schemas.microsoft.com/office/drawing/2014/main" id="{10A3277B-EB1C-4377-B3F1-9B61CEF866E3}"/>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24" name="Google Shape;24;p4">
            <a:extLst xmlns:a="http://schemas.openxmlformats.org/drawingml/2006/main">
              <a:ext uri="{FF2B5EF4-FFF2-40B4-BE49-F238E27FC236}">
                <a16:creationId xmlns:a16="http://schemas.microsoft.com/office/drawing/2014/main" id="{3F1A3FBA-2851-4ACE-BB59-9EAAA6AC3C5F}"/>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5" name="Google Shape;25;p4">
            <a:extLst xmlns:a="http://schemas.openxmlformats.org/drawingml/2006/main">
              <a:ext uri="{FF2B5EF4-FFF2-40B4-BE49-F238E27FC236}">
                <a16:creationId xmlns:a16="http://schemas.microsoft.com/office/drawing/2014/main" id="{D27003D8-9F63-4526-B6E4-220E5F1E0A8F}"/>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6" name="Google Shape;26;p4">
            <a:extLst xmlns:a="http://schemas.openxmlformats.org/drawingml/2006/main">
              <a:ext uri="{FF2B5EF4-FFF2-40B4-BE49-F238E27FC236}">
                <a16:creationId xmlns:a16="http://schemas.microsoft.com/office/drawing/2014/main" id="{65DB427C-41ED-40A5-BC78-0D264401DDAE}"/>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28" name="Google Shape;28;p5">
            <a:extLst xmlns:a="http://schemas.openxmlformats.org/drawingml/2006/main">
              <a:ext uri="{FF2B5EF4-FFF2-40B4-BE49-F238E27FC236}">
                <a16:creationId xmlns:a16="http://schemas.microsoft.com/office/drawing/2014/main" id="{E53ABB68-2D17-4E10-9E39-F02FE21A6580}"/>
              </a:ext>
            </a:extLst>
          </p:cNvPr>
          <p:cNvSpPr>
            <a:spLocks xmlns:a="http://schemas.openxmlformats.org/drawingml/2006/main" noGrp="1"/>
          </p:cNvSpPr>
          <p:nvPr>
            <p:ph type="title" idx="0"/>
          </p:nvPr>
        </p:nvSpPr>
        <p:spPr>
          <a:xfrm xmlns:a="http://schemas.openxmlformats.org/drawingml/2006/main">
            <a:off x="722313" y="4406900"/>
            <a:ext cx="7772400" cy="1362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l">
              <a:spcBef>
                <a:spcPts val="0"/>
              </a:spcBef>
              <a:spcAft>
                <a:spcPts val="0"/>
              </a:spcAft>
              <a:buClr>
                <a:schemeClr val="dk1"/>
              </a:buClr>
              <a:buSzPts val="4000"/>
              <a:buFont typeface="Inter Tight"/>
              <a:buNone/>
              <a:defRPr sz="4000" b="1" cap="none"/>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29" name="Google Shape;29;p5">
            <a:extLst xmlns:a="http://schemas.openxmlformats.org/drawingml/2006/main">
              <a:ext uri="{FF2B5EF4-FFF2-40B4-BE49-F238E27FC236}">
                <a16:creationId xmlns:a16="http://schemas.microsoft.com/office/drawing/2014/main" id="{4E33EF72-B88F-4861-A262-81F210AA71CA}"/>
              </a:ext>
            </a:extLst>
          </p:cNvPr>
          <p:cNvSpPr>
            <a:spLocks xmlns:a="http://schemas.openxmlformats.org/drawingml/2006/main" noGrp="1"/>
          </p:cNvSpPr>
          <p:nvPr>
            <p:ph type="body" idx="1"/>
          </p:nvPr>
        </p:nvSpPr>
        <p:spPr>
          <a:xfrm xmlns:a="http://schemas.openxmlformats.org/drawingml/2006/main">
            <a:off x="722313" y="2906713"/>
            <a:ext cx="7772400" cy="15001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00"/>
              </a:spcBef>
              <a:spcAft>
                <a:spcPts val="0"/>
              </a:spcAft>
              <a:buClr>
                <a:srgbClr val="888888"/>
              </a:buClr>
              <a:buSzPts val="2000"/>
              <a:buNone/>
              <a:defRPr sz="2000">
                <a:solidFill>
                  <a:srgbClr val="888888"/>
                </a:solidFill>
              </a:defRPr>
            </a:lvl1pPr>
            <a:lvl2pPr marL="914400" indent="-228600" algn="l">
              <a:spcBef>
                <a:spcPts val="360"/>
              </a:spcBef>
              <a:spcAft>
                <a:spcPts val="0"/>
              </a:spcAft>
              <a:buClr>
                <a:srgbClr val="888888"/>
              </a:buClr>
              <a:buSzPts val="1800"/>
              <a:buNone/>
              <a:defRPr sz="1800">
                <a:solidFill>
                  <a:srgbClr val="888888"/>
                </a:solidFill>
              </a:defRPr>
            </a:lvl2pPr>
            <a:lvl3pPr marL="1371600" indent="-228600" algn="l">
              <a:spcBef>
                <a:spcPts val="320"/>
              </a:spcBef>
              <a:spcAft>
                <a:spcPts val="0"/>
              </a:spcAft>
              <a:buClr>
                <a:srgbClr val="888888"/>
              </a:buClr>
              <a:buSzPts val="1600"/>
              <a:buNone/>
              <a:defRPr sz="1600">
                <a:solidFill>
                  <a:srgbClr val="888888"/>
                </a:solidFill>
              </a:defRPr>
            </a:lvl3pPr>
            <a:lvl4pPr marL="1828800" indent="-228600" algn="l">
              <a:spcBef>
                <a:spcPts val="280"/>
              </a:spcBef>
              <a:spcAft>
                <a:spcPts val="0"/>
              </a:spcAft>
              <a:buClr>
                <a:srgbClr val="888888"/>
              </a:buClr>
              <a:buSzPts val="1400"/>
              <a:buNone/>
              <a:defRPr sz="1400">
                <a:solidFill>
                  <a:srgbClr val="888888"/>
                </a:solidFill>
              </a:defRPr>
            </a:lvl4pPr>
            <a:lvl5pPr marL="2286000" indent="-228600" algn="l">
              <a:spcBef>
                <a:spcPts val="280"/>
              </a:spcBef>
              <a:spcAft>
                <a:spcPts val="0"/>
              </a:spcAft>
              <a:buClr>
                <a:srgbClr val="888888"/>
              </a:buClr>
              <a:buSzPts val="1400"/>
              <a:buNone/>
              <a:defRPr sz="1400">
                <a:solidFill>
                  <a:srgbClr val="888888"/>
                </a:solidFill>
              </a:defRPr>
            </a:lvl5pPr>
            <a:lvl6pPr marL="2743200" indent="-228600" algn="l">
              <a:spcBef>
                <a:spcPts val="280"/>
              </a:spcBef>
              <a:spcAft>
                <a:spcPts val="0"/>
              </a:spcAft>
              <a:buClr>
                <a:srgbClr val="888888"/>
              </a:buClr>
              <a:buSzPts val="1400"/>
              <a:buNone/>
              <a:defRPr sz="1400">
                <a:solidFill>
                  <a:srgbClr val="888888"/>
                </a:solidFill>
              </a:defRPr>
            </a:lvl6pPr>
            <a:lvl7pPr marL="3200400" indent="-228600" algn="l">
              <a:spcBef>
                <a:spcPts val="280"/>
              </a:spcBef>
              <a:spcAft>
                <a:spcPts val="0"/>
              </a:spcAft>
              <a:buClr>
                <a:srgbClr val="888888"/>
              </a:buClr>
              <a:buSzPts val="1400"/>
              <a:buNone/>
              <a:defRPr sz="1400">
                <a:solidFill>
                  <a:srgbClr val="888888"/>
                </a:solidFill>
              </a:defRPr>
            </a:lvl7pPr>
            <a:lvl8pPr marL="3657600" indent="-228600" algn="l">
              <a:spcBef>
                <a:spcPts val="280"/>
              </a:spcBef>
              <a:spcAft>
                <a:spcPts val="0"/>
              </a:spcAft>
              <a:buClr>
                <a:srgbClr val="888888"/>
              </a:buClr>
              <a:buSzPts val="1400"/>
              <a:buNone/>
              <a:defRPr sz="1400">
                <a:solidFill>
                  <a:srgbClr val="888888"/>
                </a:solidFill>
              </a:defRPr>
            </a:lvl8pPr>
            <a:lvl9pPr marL="4114800" indent="-228600" algn="l">
              <a:spcBef>
                <a:spcPts val="280"/>
              </a:spcBef>
              <a:spcAft>
                <a:spcPts val="0"/>
              </a:spcAft>
              <a:buClr>
                <a:srgbClr val="888888"/>
              </a:buClr>
              <a:buSzPts val="1400"/>
              <a:buNone/>
              <a:defRPr sz="1400">
                <a:solidFill>
                  <a:srgbClr val="888888"/>
                </a:solidFill>
              </a:defRPr>
            </a:lvl9pPr>
          </a:lstStyle>
          <a:p xmlns:a="http://schemas.openxmlformats.org/drawingml/2006/main"/>
        </p:txBody>
      </p:sp>
      <p:sp>
        <p:nvSpPr>
          <p:cNvPr id="30" name="Google Shape;30;p5">
            <a:extLst xmlns:a="http://schemas.openxmlformats.org/drawingml/2006/main">
              <a:ext uri="{FF2B5EF4-FFF2-40B4-BE49-F238E27FC236}">
                <a16:creationId xmlns:a16="http://schemas.microsoft.com/office/drawing/2014/main" id="{431CEC96-1B02-47ED-8B19-77436B6A8A3B}"/>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1" name="Google Shape;31;p5">
            <a:extLst xmlns:a="http://schemas.openxmlformats.org/drawingml/2006/main">
              <a:ext uri="{FF2B5EF4-FFF2-40B4-BE49-F238E27FC236}">
                <a16:creationId xmlns:a16="http://schemas.microsoft.com/office/drawing/2014/main" id="{892742AF-E853-48ED-AF12-0F54322E251B}"/>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2" name="Google Shape;32;p5">
            <a:extLst xmlns:a="http://schemas.openxmlformats.org/drawingml/2006/main">
              <a:ext uri="{FF2B5EF4-FFF2-40B4-BE49-F238E27FC236}">
                <a16:creationId xmlns:a16="http://schemas.microsoft.com/office/drawing/2014/main" id="{590268D2-B211-4BCF-A1E8-23CEDDD297B1}"/>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34" name="Google Shape;34;p6">
            <a:extLst xmlns:a="http://schemas.openxmlformats.org/drawingml/2006/main">
              <a:ext uri="{FF2B5EF4-FFF2-40B4-BE49-F238E27FC236}">
                <a16:creationId xmlns:a16="http://schemas.microsoft.com/office/drawing/2014/main" id="{44FAEA67-418F-492C-9603-E2D8CC580DB3}"/>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35" name="Google Shape;35;p6">
            <a:extLst xmlns:a="http://schemas.openxmlformats.org/drawingml/2006/main">
              <a:ext uri="{FF2B5EF4-FFF2-40B4-BE49-F238E27FC236}">
                <a16:creationId xmlns:a16="http://schemas.microsoft.com/office/drawing/2014/main" id="{E9A0D0D2-BA62-4DE8-945A-45F7B2B2B3F9}"/>
              </a:ext>
            </a:extLst>
          </p:cNvPr>
          <p:cNvSpPr>
            <a:spLocks xmlns:a="http://schemas.openxmlformats.org/drawingml/2006/main" noGrp="1"/>
          </p:cNvSpPr>
          <p:nvPr>
            <p:ph type="body" idx="1"/>
          </p:nvPr>
        </p:nvSpPr>
        <p:spPr>
          <a:xfrm xmlns:a="http://schemas.openxmlformats.org/drawingml/2006/main">
            <a:off x="457200" y="1600200"/>
            <a:ext cx="4038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81000" algn="l">
              <a:spcBef>
                <a:spcPts val="480"/>
              </a:spcBef>
              <a:spcAft>
                <a:spcPts val="0"/>
              </a:spcAft>
              <a:buClr>
                <a:schemeClr val="dk1"/>
              </a:buClr>
              <a:buSzPts val="24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p:txBody>
      </p:sp>
      <p:sp>
        <p:nvSpPr>
          <p:cNvPr id="36" name="Google Shape;36;p6">
            <a:extLst xmlns:a="http://schemas.openxmlformats.org/drawingml/2006/main">
              <a:ext uri="{FF2B5EF4-FFF2-40B4-BE49-F238E27FC236}">
                <a16:creationId xmlns:a16="http://schemas.microsoft.com/office/drawing/2014/main" id="{A3B3F910-901A-483A-B710-0622AC026BD2}"/>
              </a:ext>
            </a:extLst>
          </p:cNvPr>
          <p:cNvSpPr>
            <a:spLocks xmlns:a="http://schemas.openxmlformats.org/drawingml/2006/main" noGrp="1"/>
          </p:cNvSpPr>
          <p:nvPr>
            <p:ph type="body" idx="2"/>
          </p:nvPr>
        </p:nvSpPr>
        <p:spPr>
          <a:xfrm xmlns:a="http://schemas.openxmlformats.org/drawingml/2006/main">
            <a:off x="4648200" y="1600200"/>
            <a:ext cx="4038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81000" algn="l">
              <a:spcBef>
                <a:spcPts val="480"/>
              </a:spcBef>
              <a:spcAft>
                <a:spcPts val="0"/>
              </a:spcAft>
              <a:buClr>
                <a:schemeClr val="dk1"/>
              </a:buClr>
              <a:buSzPts val="24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p:txBody>
      </p:sp>
      <p:sp>
        <p:nvSpPr>
          <p:cNvPr id="37" name="Google Shape;37;p6">
            <a:extLst xmlns:a="http://schemas.openxmlformats.org/drawingml/2006/main">
              <a:ext uri="{FF2B5EF4-FFF2-40B4-BE49-F238E27FC236}">
                <a16:creationId xmlns:a16="http://schemas.microsoft.com/office/drawing/2014/main" id="{10AF601B-A63E-4A0A-8B2A-4A6EF3077F4A}"/>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8" name="Google Shape;38;p6">
            <a:extLst xmlns:a="http://schemas.openxmlformats.org/drawingml/2006/main">
              <a:ext uri="{FF2B5EF4-FFF2-40B4-BE49-F238E27FC236}">
                <a16:creationId xmlns:a16="http://schemas.microsoft.com/office/drawing/2014/main" id="{E8F691D6-C7B8-40A9-A3BC-F94BF1E6B203}"/>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9" name="Google Shape;39;p6">
            <a:extLst xmlns:a="http://schemas.openxmlformats.org/drawingml/2006/main">
              <a:ext uri="{FF2B5EF4-FFF2-40B4-BE49-F238E27FC236}">
                <a16:creationId xmlns:a16="http://schemas.microsoft.com/office/drawing/2014/main" id="{BA6F00BB-6F08-4E9A-9C05-20C0E153361E}"/>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41" name="Google Shape;41;p7">
            <a:extLst xmlns:a="http://schemas.openxmlformats.org/drawingml/2006/main">
              <a:ext uri="{FF2B5EF4-FFF2-40B4-BE49-F238E27FC236}">
                <a16:creationId xmlns:a16="http://schemas.microsoft.com/office/drawing/2014/main" id="{FFDF2C49-4F46-4D5D-ACE0-9D293FDFAA77}"/>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4400"/>
              <a:buFont typeface="Inter Tight"/>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42" name="Google Shape;42;p7">
            <a:extLst xmlns:a="http://schemas.openxmlformats.org/drawingml/2006/main">
              <a:ext uri="{FF2B5EF4-FFF2-40B4-BE49-F238E27FC236}">
                <a16:creationId xmlns:a16="http://schemas.microsoft.com/office/drawing/2014/main" id="{16659FC5-1390-4A5A-BDCA-6C589BBF12B3}"/>
              </a:ext>
            </a:extLst>
          </p:cNvPr>
          <p:cNvSpPr>
            <a:spLocks xmlns:a="http://schemas.openxmlformats.org/drawingml/2006/main" noGrp="1"/>
          </p:cNvSpPr>
          <p:nvPr>
            <p:ph type="body" idx="1"/>
          </p:nvPr>
        </p:nvSpPr>
        <p:spPr>
          <a:xfrm xmlns:a="http://schemas.openxmlformats.org/drawingml/2006/main">
            <a:off x="457200" y="1535113"/>
            <a:ext cx="4040188"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2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p:txBody>
      </p:sp>
      <p:sp>
        <p:nvSpPr>
          <p:cNvPr id="43" name="Google Shape;43;p7">
            <a:extLst xmlns:a="http://schemas.openxmlformats.org/drawingml/2006/main">
              <a:ext uri="{FF2B5EF4-FFF2-40B4-BE49-F238E27FC236}">
                <a16:creationId xmlns:a16="http://schemas.microsoft.com/office/drawing/2014/main" id="{7D2112C1-0045-4F3C-8782-587BC5140A80}"/>
              </a:ext>
            </a:extLst>
          </p:cNvPr>
          <p:cNvSpPr>
            <a:spLocks xmlns:a="http://schemas.openxmlformats.org/drawingml/2006/main" noGrp="1"/>
          </p:cNvSpPr>
          <p:nvPr>
            <p:ph type="body" idx="2"/>
          </p:nvPr>
        </p:nvSpPr>
        <p:spPr>
          <a:xfrm xmlns:a="http://schemas.openxmlformats.org/drawingml/2006/main">
            <a:off x="457200" y="2174875"/>
            <a:ext cx="4040188"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355600" algn="l">
              <a:spcBef>
                <a:spcPts val="400"/>
              </a:spcBef>
              <a:spcAft>
                <a:spcPts val="0"/>
              </a:spcAft>
              <a:buClr>
                <a:schemeClr val="dk1"/>
              </a:buClr>
              <a:buSzPts val="2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p:txBody>
      </p:sp>
      <p:sp>
        <p:nvSpPr>
          <p:cNvPr id="44" name="Google Shape;44;p7">
            <a:extLst xmlns:a="http://schemas.openxmlformats.org/drawingml/2006/main">
              <a:ext uri="{FF2B5EF4-FFF2-40B4-BE49-F238E27FC236}">
                <a16:creationId xmlns:a16="http://schemas.microsoft.com/office/drawing/2014/main" id="{546F0901-C4EC-4AE0-A744-F9D43AB8EF53}"/>
              </a:ext>
            </a:extLst>
          </p:cNvPr>
          <p:cNvSpPr>
            <a:spLocks xmlns:a="http://schemas.openxmlformats.org/drawingml/2006/main" noGrp="1"/>
          </p:cNvSpPr>
          <p:nvPr>
            <p:ph type="body" idx="3"/>
          </p:nvPr>
        </p:nvSpPr>
        <p:spPr>
          <a:xfrm xmlns:a="http://schemas.openxmlformats.org/drawingml/2006/main">
            <a:off x="4645025" y="1535113"/>
            <a:ext cx="4041775"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2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p:txBody>
      </p:sp>
      <p:sp>
        <p:nvSpPr>
          <p:cNvPr id="45" name="Google Shape;45;p7">
            <a:extLst xmlns:a="http://schemas.openxmlformats.org/drawingml/2006/main">
              <a:ext uri="{FF2B5EF4-FFF2-40B4-BE49-F238E27FC236}">
                <a16:creationId xmlns:a16="http://schemas.microsoft.com/office/drawing/2014/main" id="{82E8F8A7-6998-40E0-9FA1-EEBF685DC2B7}"/>
              </a:ext>
            </a:extLst>
          </p:cNvPr>
          <p:cNvSpPr>
            <a:spLocks xmlns:a="http://schemas.openxmlformats.org/drawingml/2006/main" noGrp="1"/>
          </p:cNvSpPr>
          <p:nvPr>
            <p:ph type="body" idx="4"/>
          </p:nvPr>
        </p:nvSpPr>
        <p:spPr>
          <a:xfrm xmlns:a="http://schemas.openxmlformats.org/drawingml/2006/main">
            <a:off x="4645025" y="2174875"/>
            <a:ext cx="4041775"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355600" algn="l">
              <a:spcBef>
                <a:spcPts val="400"/>
              </a:spcBef>
              <a:spcAft>
                <a:spcPts val="0"/>
              </a:spcAft>
              <a:buClr>
                <a:schemeClr val="dk1"/>
              </a:buClr>
              <a:buSzPts val="2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p:txBody>
      </p:sp>
      <p:sp>
        <p:nvSpPr>
          <p:cNvPr id="46" name="Google Shape;46;p7">
            <a:extLst xmlns:a="http://schemas.openxmlformats.org/drawingml/2006/main">
              <a:ext uri="{FF2B5EF4-FFF2-40B4-BE49-F238E27FC236}">
                <a16:creationId xmlns:a16="http://schemas.microsoft.com/office/drawing/2014/main" id="{94F356AF-D23E-4621-8901-1FE6D95E280D}"/>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47" name="Google Shape;47;p7">
            <a:extLst xmlns:a="http://schemas.openxmlformats.org/drawingml/2006/main">
              <a:ext uri="{FF2B5EF4-FFF2-40B4-BE49-F238E27FC236}">
                <a16:creationId xmlns:a16="http://schemas.microsoft.com/office/drawing/2014/main" id="{D3F7C2AD-532C-45AE-BB35-43C185884AC7}"/>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48" name="Google Shape;48;p7">
            <a:extLst xmlns:a="http://schemas.openxmlformats.org/drawingml/2006/main">
              <a:ext uri="{FF2B5EF4-FFF2-40B4-BE49-F238E27FC236}">
                <a16:creationId xmlns:a16="http://schemas.microsoft.com/office/drawing/2014/main" id="{EB5238F5-4DF4-4AF7-9A75-6DCB5162F34A}"/>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50" name="Google Shape;50;p8">
            <a:extLst xmlns:a="http://schemas.openxmlformats.org/drawingml/2006/main">
              <a:ext uri="{FF2B5EF4-FFF2-40B4-BE49-F238E27FC236}">
                <a16:creationId xmlns:a16="http://schemas.microsoft.com/office/drawing/2014/main" id="{92C28437-1D30-48C9-8BC2-9F6C501B53EC}"/>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51" name="Google Shape;51;p8">
            <a:extLst xmlns:a="http://schemas.openxmlformats.org/drawingml/2006/main">
              <a:ext uri="{FF2B5EF4-FFF2-40B4-BE49-F238E27FC236}">
                <a16:creationId xmlns:a16="http://schemas.microsoft.com/office/drawing/2014/main" id="{1CE09AA8-E4E1-4827-BCA2-B24995779740}"/>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2" name="Google Shape;52;p8">
            <a:extLst xmlns:a="http://schemas.openxmlformats.org/drawingml/2006/main">
              <a:ext uri="{FF2B5EF4-FFF2-40B4-BE49-F238E27FC236}">
                <a16:creationId xmlns:a16="http://schemas.microsoft.com/office/drawing/2014/main" id="{3C0147E1-BAD9-4D67-9D96-4D125C2CCE0A}"/>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3" name="Google Shape;53;p8">
            <a:extLst xmlns:a="http://schemas.openxmlformats.org/drawingml/2006/main">
              <a:ext uri="{FF2B5EF4-FFF2-40B4-BE49-F238E27FC236}">
                <a16:creationId xmlns:a16="http://schemas.microsoft.com/office/drawing/2014/main" id="{8759686E-060B-471D-887A-980F7BF2816D}"/>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55" name="Google Shape;55;p9">
            <a:extLst xmlns:a="http://schemas.openxmlformats.org/drawingml/2006/main">
              <a:ext uri="{FF2B5EF4-FFF2-40B4-BE49-F238E27FC236}">
                <a16:creationId xmlns:a16="http://schemas.microsoft.com/office/drawing/2014/main" id="{3D869978-DBA1-42BE-9A03-CE729F347436}"/>
              </a:ext>
            </a:extLst>
          </p:cNvPr>
          <p:cNvSpPr>
            <a:spLocks xmlns:a="http://schemas.openxmlformats.org/drawingml/2006/main" noGrp="1"/>
          </p:cNvSpPr>
          <p:nvPr>
            <p:ph type="title" idx="0"/>
          </p:nvPr>
        </p:nvSpPr>
        <p:spPr>
          <a:xfrm xmlns:a="http://schemas.openxmlformats.org/drawingml/2006/main">
            <a:off x="457200" y="273050"/>
            <a:ext cx="3008313" cy="1162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spcBef>
                <a:spcPts val="0"/>
              </a:spcBef>
              <a:spcAft>
                <a:spcPts val="0"/>
              </a:spcAft>
              <a:buClr>
                <a:schemeClr val="dk1"/>
              </a:buClr>
              <a:buSzPts val="2000"/>
              <a:buFont typeface="Inter Tight"/>
              <a:buNone/>
              <a:defRPr sz="2000" b="1"/>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56" name="Google Shape;56;p9">
            <a:extLst xmlns:a="http://schemas.openxmlformats.org/drawingml/2006/main">
              <a:ext uri="{FF2B5EF4-FFF2-40B4-BE49-F238E27FC236}">
                <a16:creationId xmlns:a16="http://schemas.microsoft.com/office/drawing/2014/main" id="{248C71BB-7A44-44F1-8B11-7978B99C10FB}"/>
              </a:ext>
            </a:extLst>
          </p:cNvPr>
          <p:cNvSpPr>
            <a:spLocks xmlns:a="http://schemas.openxmlformats.org/drawingml/2006/main" noGrp="1"/>
          </p:cNvSpPr>
          <p:nvPr>
            <p:ph type="body" idx="1"/>
          </p:nvPr>
        </p:nvSpPr>
        <p:spPr>
          <a:xfrm xmlns:a="http://schemas.openxmlformats.org/drawingml/2006/main">
            <a:off x="3575050" y="273050"/>
            <a:ext cx="5111750" cy="585311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31800" algn="l">
              <a:spcBef>
                <a:spcPts val="640"/>
              </a:spcBef>
              <a:spcAft>
                <a:spcPts val="0"/>
              </a:spcAft>
              <a:buClr>
                <a:schemeClr val="dk1"/>
              </a:buClr>
              <a:buSzPts val="3200"/>
              <a:buChar char="•"/>
              <a:defRPr sz="3200"/>
            </a:lvl1pPr>
            <a:lvl2pPr marL="914400" indent="-406400" algn="l">
              <a:spcBef>
                <a:spcPts val="560"/>
              </a:spcBef>
              <a:spcAft>
                <a:spcPts val="0"/>
              </a:spcAft>
              <a:buClr>
                <a:schemeClr val="dk1"/>
              </a:buClr>
              <a:buSzPts val="2800"/>
              <a:buChar char="–"/>
              <a:defRPr sz="2800"/>
            </a:lvl2pPr>
            <a:lvl3pPr marL="1371600" indent="-381000" algn="l">
              <a:spcBef>
                <a:spcPts val="480"/>
              </a:spcBef>
              <a:spcAft>
                <a:spcPts val="0"/>
              </a:spcAft>
              <a:buClr>
                <a:schemeClr val="dk1"/>
              </a:buClr>
              <a:buSzPts val="2400"/>
              <a:buChar char="•"/>
              <a:defRPr sz="2400"/>
            </a:lvl3pPr>
            <a:lvl4pPr marL="1828800" indent="-355600" algn="l">
              <a:spcBef>
                <a:spcPts val="400"/>
              </a:spcBef>
              <a:spcAft>
                <a:spcPts val="0"/>
              </a:spcAft>
              <a:buClr>
                <a:schemeClr val="dk1"/>
              </a:buClr>
              <a:buSzPts val="2000"/>
              <a:buChar char="–"/>
              <a:defRPr sz="2000"/>
            </a:lvl4pPr>
            <a:lvl5pPr marL="2286000" indent="-355600" algn="l">
              <a:spcBef>
                <a:spcPts val="400"/>
              </a:spcBef>
              <a:spcAft>
                <a:spcPts val="0"/>
              </a:spcAft>
              <a:buClr>
                <a:schemeClr val="dk1"/>
              </a:buClr>
              <a:buSzPts val="2000"/>
              <a:buChar char="»"/>
              <a:defRPr sz="2000"/>
            </a:lvl5pPr>
            <a:lvl6pPr marL="2743200" indent="-355600" algn="l">
              <a:spcBef>
                <a:spcPts val="400"/>
              </a:spcBef>
              <a:spcAft>
                <a:spcPts val="0"/>
              </a:spcAft>
              <a:buClr>
                <a:schemeClr val="dk1"/>
              </a:buClr>
              <a:buSzPts val="2000"/>
              <a:buChar char="•"/>
              <a:defRPr sz="2000"/>
            </a:lvl6pPr>
            <a:lvl7pPr marL="3200400" indent="-355600" algn="l">
              <a:spcBef>
                <a:spcPts val="400"/>
              </a:spcBef>
              <a:spcAft>
                <a:spcPts val="0"/>
              </a:spcAft>
              <a:buClr>
                <a:schemeClr val="dk1"/>
              </a:buClr>
              <a:buSzPts val="2000"/>
              <a:buChar char="•"/>
              <a:defRPr sz="2000"/>
            </a:lvl7pPr>
            <a:lvl8pPr marL="3657600" indent="-355600" algn="l">
              <a:spcBef>
                <a:spcPts val="400"/>
              </a:spcBef>
              <a:spcAft>
                <a:spcPts val="0"/>
              </a:spcAft>
              <a:buClr>
                <a:schemeClr val="dk1"/>
              </a:buClr>
              <a:buSzPts val="2000"/>
              <a:buChar char="•"/>
              <a:defRPr sz="2000"/>
            </a:lvl8pPr>
            <a:lvl9pPr marL="4114800" indent="-355600" algn="l">
              <a:spcBef>
                <a:spcPts val="400"/>
              </a:spcBef>
              <a:spcAft>
                <a:spcPts val="0"/>
              </a:spcAft>
              <a:buClr>
                <a:schemeClr val="dk1"/>
              </a:buClr>
              <a:buSzPts val="2000"/>
              <a:buChar char="•"/>
              <a:defRPr sz="2000"/>
            </a:lvl9pPr>
          </a:lstStyle>
          <a:p xmlns:a="http://schemas.openxmlformats.org/drawingml/2006/main"/>
        </p:txBody>
      </p:sp>
      <p:sp>
        <p:nvSpPr>
          <p:cNvPr id="57" name="Google Shape;57;p9">
            <a:extLst xmlns:a="http://schemas.openxmlformats.org/drawingml/2006/main">
              <a:ext uri="{FF2B5EF4-FFF2-40B4-BE49-F238E27FC236}">
                <a16:creationId xmlns:a16="http://schemas.microsoft.com/office/drawing/2014/main" id="{7F0E0C35-3790-4302-8C20-0F00ABFFB8EC}"/>
              </a:ext>
            </a:extLst>
          </p:cNvPr>
          <p:cNvSpPr>
            <a:spLocks xmlns:a="http://schemas.openxmlformats.org/drawingml/2006/main" noGrp="1"/>
          </p:cNvSpPr>
          <p:nvPr>
            <p:ph type="body" idx="2"/>
          </p:nvPr>
        </p:nvSpPr>
        <p:spPr>
          <a:xfrm xmlns:a="http://schemas.openxmlformats.org/drawingml/2006/main">
            <a:off x="457200" y="1435100"/>
            <a:ext cx="3008313" cy="46910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12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p:txBody>
      </p:sp>
      <p:sp>
        <p:nvSpPr>
          <p:cNvPr id="58" name="Google Shape;58;p9">
            <a:extLst xmlns:a="http://schemas.openxmlformats.org/drawingml/2006/main">
              <a:ext uri="{FF2B5EF4-FFF2-40B4-BE49-F238E27FC236}">
                <a16:creationId xmlns:a16="http://schemas.microsoft.com/office/drawing/2014/main" id="{A61968C2-27B0-4746-9863-A5F5061512FA}"/>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9" name="Google Shape;59;p9">
            <a:extLst xmlns:a="http://schemas.openxmlformats.org/drawingml/2006/main">
              <a:ext uri="{FF2B5EF4-FFF2-40B4-BE49-F238E27FC236}">
                <a16:creationId xmlns:a16="http://schemas.microsoft.com/office/drawing/2014/main" id="{EAE280C4-94E5-4BFD-BDB0-88D0C1C9F1E8}"/>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0" name="Google Shape;60;p9">
            <a:extLst xmlns:a="http://schemas.openxmlformats.org/drawingml/2006/main">
              <a:ext uri="{FF2B5EF4-FFF2-40B4-BE49-F238E27FC236}">
                <a16:creationId xmlns:a16="http://schemas.microsoft.com/office/drawing/2014/main" id="{73E9B84A-D175-4F68-94D5-3FAC36C4E68D}"/>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62" name="Google Shape;62;p10">
            <a:extLst xmlns:a="http://schemas.openxmlformats.org/drawingml/2006/main">
              <a:ext uri="{FF2B5EF4-FFF2-40B4-BE49-F238E27FC236}">
                <a16:creationId xmlns:a16="http://schemas.microsoft.com/office/drawing/2014/main" id="{A1682383-EFDD-42AC-B584-45F2E86160EE}"/>
              </a:ext>
            </a:extLst>
          </p:cNvPr>
          <p:cNvSpPr>
            <a:spLocks xmlns:a="http://schemas.openxmlformats.org/drawingml/2006/main" noGrp="1"/>
          </p:cNvSpPr>
          <p:nvPr>
            <p:ph type="title" idx="0"/>
          </p:nvPr>
        </p:nvSpPr>
        <p:spPr>
          <a:xfrm xmlns:a="http://schemas.openxmlformats.org/drawingml/2006/main">
            <a:off x="1792288" y="4800600"/>
            <a:ext cx="5486400" cy="5667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spcBef>
                <a:spcPts val="0"/>
              </a:spcBef>
              <a:spcAft>
                <a:spcPts val="0"/>
              </a:spcAft>
              <a:buClr>
                <a:schemeClr val="dk1"/>
              </a:buClr>
              <a:buSzPts val="2000"/>
              <a:buFont typeface="Inter Tight"/>
              <a:buNone/>
              <a:defRPr sz="2000" b="1"/>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63" name="Google Shape;63;p10">
            <a:extLst xmlns:a="http://schemas.openxmlformats.org/drawingml/2006/main">
              <a:ext uri="{FF2B5EF4-FFF2-40B4-BE49-F238E27FC236}">
                <a16:creationId xmlns:a16="http://schemas.microsoft.com/office/drawing/2014/main" id="{FD675D06-9C9C-4041-AD99-2FC4BE0BDDC2}"/>
              </a:ext>
            </a:extLst>
          </p:cNvPr>
          <p:cNvSpPr>
            <a:spLocks xmlns:a="http://schemas.openxmlformats.org/drawingml/2006/main" noGrp="1"/>
          </p:cNvSpPr>
          <p:nvPr>
            <p:ph type="pic" idx="2"/>
          </p:nvPr>
        </p:nvSpPr>
        <p:spPr>
          <a:xfrm xmlns:a="http://schemas.openxmlformats.org/drawingml/2006/main">
            <a:off x="1792288" y="612775"/>
            <a:ext cx="5486400" cy="4114800"/>
          </a:xfrm>
          <a:prstGeom xmlns:a="http://schemas.openxmlformats.org/drawingml/2006/main" prst="rect">
            <a:avLst/>
          </a:prstGeom>
          <a:noFill xmlns:a="http://schemas.openxmlformats.org/drawingml/2006/main"/>
          <a:ln xmlns:a="http://schemas.openxmlformats.org/drawingml/2006/main">
            <a:noFill/>
          </a:ln>
        </p:spPr>
      </p:sp>
      <p:sp>
        <p:nvSpPr>
          <p:cNvPr id="64" name="Google Shape;64;p10">
            <a:extLst xmlns:a="http://schemas.openxmlformats.org/drawingml/2006/main">
              <a:ext uri="{FF2B5EF4-FFF2-40B4-BE49-F238E27FC236}">
                <a16:creationId xmlns:a16="http://schemas.microsoft.com/office/drawing/2014/main" id="{198868C8-F80C-4F2A-B32E-82770F701F0C}"/>
              </a:ext>
            </a:extLst>
          </p:cNvPr>
          <p:cNvSpPr>
            <a:spLocks xmlns:a="http://schemas.openxmlformats.org/drawingml/2006/main" noGrp="1"/>
          </p:cNvSpPr>
          <p:nvPr>
            <p:ph type="body" idx="1"/>
          </p:nvPr>
        </p:nvSpPr>
        <p:spPr>
          <a:xfrm xmlns:a="http://schemas.openxmlformats.org/drawingml/2006/main">
            <a:off x="1792288" y="5367338"/>
            <a:ext cx="5486400" cy="8048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12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p:txBody>
      </p:sp>
      <p:sp>
        <p:nvSpPr>
          <p:cNvPr id="65" name="Google Shape;65;p10">
            <a:extLst xmlns:a="http://schemas.openxmlformats.org/drawingml/2006/main">
              <a:ext uri="{FF2B5EF4-FFF2-40B4-BE49-F238E27FC236}">
                <a16:creationId xmlns:a16="http://schemas.microsoft.com/office/drawing/2014/main" id="{B972EE1A-E05E-4DE8-AFCF-2980530B625D}"/>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6" name="Google Shape;66;p10">
            <a:extLst xmlns:a="http://schemas.openxmlformats.org/drawingml/2006/main">
              <a:ext uri="{FF2B5EF4-FFF2-40B4-BE49-F238E27FC236}">
                <a16:creationId xmlns:a16="http://schemas.microsoft.com/office/drawing/2014/main" id="{7339ADDE-C324-40AA-9524-F587EDCE5096}"/>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7" name="Google Shape;67;p10">
            <a:extLst xmlns:a="http://schemas.openxmlformats.org/drawingml/2006/main">
              <a:ext uri="{FF2B5EF4-FFF2-40B4-BE49-F238E27FC236}">
                <a16:creationId xmlns:a16="http://schemas.microsoft.com/office/drawing/2014/main" id="{DAF0CD51-6964-4FEE-BBA6-9915C34D9945}"/>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69" name="Google Shape;69;p11">
            <a:extLst xmlns:a="http://schemas.openxmlformats.org/drawingml/2006/main">
              <a:ext uri="{FF2B5EF4-FFF2-40B4-BE49-F238E27FC236}">
                <a16:creationId xmlns:a16="http://schemas.microsoft.com/office/drawing/2014/main" id="{A79B19EE-6CEC-41D7-B43E-D80C857993E1}"/>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70" name="Google Shape;70;p11">
            <a:extLst xmlns:a="http://schemas.openxmlformats.org/drawingml/2006/main">
              <a:ext uri="{FF2B5EF4-FFF2-40B4-BE49-F238E27FC236}">
                <a16:creationId xmlns:a16="http://schemas.microsoft.com/office/drawing/2014/main" id="{513CCD56-7CC2-47A3-8187-E9CB1E42FF1A}"/>
              </a:ext>
            </a:extLst>
          </p:cNvPr>
          <p:cNvSpPr>
            <a:spLocks xmlns:a="http://schemas.openxmlformats.org/drawingml/2006/main" noGrp="1"/>
          </p:cNvSpPr>
          <p:nvPr>
            <p:ph type="body" idx="1"/>
          </p:nvPr>
        </p:nvSpPr>
        <p:spPr>
          <a:xfrm xmlns:a="http://schemas.openxmlformats.org/drawingml/2006/main" rot="5400000">
            <a:off x="2309019" y="-251618"/>
            <a:ext cx="4525963" cy="822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71" name="Google Shape;71;p11">
            <a:extLst xmlns:a="http://schemas.openxmlformats.org/drawingml/2006/main">
              <a:ext uri="{FF2B5EF4-FFF2-40B4-BE49-F238E27FC236}">
                <a16:creationId xmlns:a16="http://schemas.microsoft.com/office/drawing/2014/main" id="{A55F2A13-9511-445F-B744-469C8299CFC8}"/>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2" name="Google Shape;72;p11">
            <a:extLst xmlns:a="http://schemas.openxmlformats.org/drawingml/2006/main">
              <a:ext uri="{FF2B5EF4-FFF2-40B4-BE49-F238E27FC236}">
                <a16:creationId xmlns:a16="http://schemas.microsoft.com/office/drawing/2014/main" id="{77489200-9E52-47F1-BA27-19F13DFD2695}"/>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3" name="Google Shape;73;p11">
            <a:extLst xmlns:a="http://schemas.openxmlformats.org/drawingml/2006/main">
              <a:ext uri="{FF2B5EF4-FFF2-40B4-BE49-F238E27FC236}">
                <a16:creationId xmlns:a16="http://schemas.microsoft.com/office/drawing/2014/main" id="{AAD0B73C-603F-44FD-A18A-EC190509C803}"/>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75" name="Google Shape;75;p12">
            <a:extLst xmlns:a="http://schemas.openxmlformats.org/drawingml/2006/main">
              <a:ext uri="{FF2B5EF4-FFF2-40B4-BE49-F238E27FC236}">
                <a16:creationId xmlns:a16="http://schemas.microsoft.com/office/drawing/2014/main" id="{A36C35BF-28B4-47BB-9708-C5B366CE1A73}"/>
              </a:ext>
            </a:extLst>
          </p:cNvPr>
          <p:cNvSpPr>
            <a:spLocks xmlns:a="http://schemas.openxmlformats.org/drawingml/2006/main" noGrp="1"/>
          </p:cNvSpPr>
          <p:nvPr>
            <p:ph type="title" idx="0"/>
          </p:nvPr>
        </p:nvSpPr>
        <p:spPr>
          <a:xfrm xmlns:a="http://schemas.openxmlformats.org/drawingml/2006/main" rot="5400000">
            <a:off x="4732338" y="2171701"/>
            <a:ext cx="5851525" cy="20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76" name="Google Shape;76;p12">
            <a:extLst xmlns:a="http://schemas.openxmlformats.org/drawingml/2006/main">
              <a:ext uri="{FF2B5EF4-FFF2-40B4-BE49-F238E27FC236}">
                <a16:creationId xmlns:a16="http://schemas.microsoft.com/office/drawing/2014/main" id="{BBFBA8B1-DE99-4F9B-9124-CDE1F850D874}"/>
              </a:ext>
            </a:extLst>
          </p:cNvPr>
          <p:cNvSpPr>
            <a:spLocks xmlns:a="http://schemas.openxmlformats.org/drawingml/2006/main" noGrp="1"/>
          </p:cNvSpPr>
          <p:nvPr>
            <p:ph type="body" idx="1"/>
          </p:nvPr>
        </p:nvSpPr>
        <p:spPr>
          <a:xfrm xmlns:a="http://schemas.openxmlformats.org/drawingml/2006/main" rot="5400000">
            <a:off x="541338" y="190500"/>
            <a:ext cx="5851525" cy="6019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77" name="Google Shape;77;p12">
            <a:extLst xmlns:a="http://schemas.openxmlformats.org/drawingml/2006/main">
              <a:ext uri="{FF2B5EF4-FFF2-40B4-BE49-F238E27FC236}">
                <a16:creationId xmlns:a16="http://schemas.microsoft.com/office/drawing/2014/main" id="{DF9A5E9D-8292-4D57-97B0-619C1FB76F77}"/>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8" name="Google Shape;78;p12">
            <a:extLst xmlns:a="http://schemas.openxmlformats.org/drawingml/2006/main">
              <a:ext uri="{FF2B5EF4-FFF2-40B4-BE49-F238E27FC236}">
                <a16:creationId xmlns:a16="http://schemas.microsoft.com/office/drawing/2014/main" id="{9E34A214-067F-4BB4-B92B-D2E27733E2E8}"/>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9" name="Google Shape;79;p12">
            <a:extLst xmlns:a="http://schemas.openxmlformats.org/drawingml/2006/main">
              <a:ext uri="{FF2B5EF4-FFF2-40B4-BE49-F238E27FC236}">
                <a16:creationId xmlns:a16="http://schemas.microsoft.com/office/drawing/2014/main" id="{6046D1C2-31BB-48D2-BA1C-2B95DDED3168}"/>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2b52c087bb74cae" /><Relationship Type="http://schemas.openxmlformats.org/officeDocument/2006/relationships/slideLayout" Target="/ppt/slideLayouts/slideLayout1.xml" Id="R8577478ae30b4a66" /><Relationship Type="http://schemas.openxmlformats.org/officeDocument/2006/relationships/slideLayout" Target="/ppt/slideLayouts/slideLayout2.xml" Id="R9e404b64e37f45f2" /><Relationship Type="http://schemas.openxmlformats.org/officeDocument/2006/relationships/slideLayout" Target="/ppt/slideLayouts/slideLayout3.xml" Id="Rc62e76adbc654240" /><Relationship Type="http://schemas.openxmlformats.org/officeDocument/2006/relationships/slideLayout" Target="/ppt/slideLayouts/slideLayout4.xml" Id="R233e1ff9a062436b" /><Relationship Type="http://schemas.openxmlformats.org/officeDocument/2006/relationships/slideLayout" Target="/ppt/slideLayouts/slideLayout5.xml" Id="Ra982e986fc9f4850" /><Relationship Type="http://schemas.openxmlformats.org/officeDocument/2006/relationships/slideLayout" Target="/ppt/slideLayouts/slideLayout6.xml" Id="R17779c04cea246bb" /><Relationship Type="http://schemas.openxmlformats.org/officeDocument/2006/relationships/slideLayout" Target="/ppt/slideLayouts/slideLayout7.xml" Id="R5abd058bcfd64c8a" /><Relationship Type="http://schemas.openxmlformats.org/officeDocument/2006/relationships/slideLayout" Target="/ppt/slideLayouts/slideLayout8.xml" Id="Rb2392ffb49264714" /><Relationship Type="http://schemas.openxmlformats.org/officeDocument/2006/relationships/slideLayout" Target="/ppt/slideLayouts/slideLayout9.xml" Id="R5f516baa70e74b85" /><Relationship Type="http://schemas.openxmlformats.org/officeDocument/2006/relationships/slideLayout" Target="/ppt/slideLayouts/slideLayout10.xml" Id="Ra3e71c6f135546f7" /><Relationship Type="http://schemas.openxmlformats.org/officeDocument/2006/relationships/slideLayout" Target="/ppt/slideLayouts/slideLayout11.xml" Id="R7859f6c1c964484e"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2FBB3DF2-75FD-4031-AF95-1F4D6AA7AB5E}"/>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ctr">
              <a:spcBef>
                <a:spcPts val="0"/>
              </a:spcBef>
              <a:spcAft>
                <a:spcPts val="0"/>
              </a:spcAft>
              <a:buClr>
                <a:schemeClr val="dk1"/>
              </a:buClr>
              <a:buSzPts val="4400"/>
              <a:buFont typeface="Inter Tight"/>
              <a:buNone/>
              <a:defRPr sz="4400" b="0" i="0" u="none" strike="noStrike" cap="none">
                <a:solidFill>
                  <a:schemeClr val="dk1"/>
                </a:solidFill>
                <a:latin typeface="Inter Tight"/>
                <a:ea typeface="Inter Tight"/>
                <a:cs typeface="Inter Tight"/>
              </a:defRPr>
            </a:lvl1pPr>
            <a:lvl2pPr>
              <a:spcBef>
                <a:spcPts val="0"/>
              </a:spcBef>
              <a:spcAft>
                <a:spcPts val="0"/>
              </a:spcAft>
              <a:buSzPts val="1400"/>
              <a:buNone/>
              <a:defRPr sz="1800"/>
            </a:lvl2pPr>
            <a:lvl3pPr>
              <a:spcBef>
                <a:spcPts val="0"/>
              </a:spcBef>
              <a:spcAft>
                <a:spcPts val="0"/>
              </a:spcAft>
              <a:buSzPts val="1400"/>
              <a:buNone/>
              <a:defRPr sz="1800"/>
            </a:lvl3pPr>
            <a:lvl4pPr>
              <a:spcBef>
                <a:spcPts val="0"/>
              </a:spcBef>
              <a:spcAft>
                <a:spcPts val="0"/>
              </a:spcAft>
              <a:buSzPts val="1400"/>
              <a:buNone/>
              <a:defRPr sz="1800"/>
            </a:lvl4pPr>
            <a:lvl5pPr>
              <a:spcBef>
                <a:spcPts val="0"/>
              </a:spcBef>
              <a:spcAft>
                <a:spcPts val="0"/>
              </a:spcAft>
              <a:buSzPts val="1400"/>
              <a:buNone/>
              <a:defRPr sz="1800"/>
            </a:lvl5pPr>
            <a:lvl6pPr>
              <a:spcBef>
                <a:spcPts val="0"/>
              </a:spcBef>
              <a:spcAft>
                <a:spcPts val="0"/>
              </a:spcAft>
              <a:buSzPts val="1400"/>
              <a:buNone/>
              <a:defRPr sz="1800"/>
            </a:lvl6pPr>
            <a:lvl7pPr>
              <a:spcBef>
                <a:spcPts val="0"/>
              </a:spcBef>
              <a:spcAft>
                <a:spcPts val="0"/>
              </a:spcAft>
              <a:buSzPts val="1400"/>
              <a:buNone/>
              <a:defRPr sz="1800"/>
            </a:lvl7pPr>
            <a:lvl8pPr>
              <a:spcBef>
                <a:spcPts val="0"/>
              </a:spcBef>
              <a:spcAft>
                <a:spcPts val="0"/>
              </a:spcAft>
              <a:buSzPts val="1400"/>
              <a:buNone/>
              <a:defRPr sz="1800"/>
            </a:lvl8pPr>
            <a:lvl9pPr>
              <a:spcBef>
                <a:spcPts val="0"/>
              </a:spcBef>
              <a:spcAft>
                <a:spcPts val="0"/>
              </a:spcAft>
              <a:buSzPts val="1400"/>
              <a:buNone/>
              <a:defRPr sz="1800"/>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4A6C1532-AE6C-4B7E-87DD-0F15FC102F1F}"/>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431800" algn="l">
              <a:spcBef>
                <a:spcPts val="640"/>
              </a:spcBef>
              <a:spcAft>
                <a:spcPts val="0"/>
              </a:spcAft>
              <a:buClr>
                <a:schemeClr val="dk1"/>
              </a:buClr>
              <a:buSzPts val="3200"/>
              <a:buFont typeface="Arial"/>
              <a:buChar char="•"/>
              <a:defRPr sz="3200" b="0" i="0" u="none" strike="noStrike" cap="none">
                <a:solidFill>
                  <a:schemeClr val="dk1"/>
                </a:solidFill>
                <a:latin typeface="Instrument Sans"/>
                <a:ea typeface="Instrument Sans"/>
                <a:cs typeface="Instrument Sans"/>
              </a:defRPr>
            </a:lvl1pPr>
            <a:lvl2pPr marL="914400" marR="0" indent="-406400" algn="l">
              <a:spcBef>
                <a:spcPts val="560"/>
              </a:spcBef>
              <a:spcAft>
                <a:spcPts val="0"/>
              </a:spcAft>
              <a:buClr>
                <a:schemeClr val="dk1"/>
              </a:buClr>
              <a:buSzPts val="2800"/>
              <a:buFont typeface="Arial"/>
              <a:buChar char="–"/>
              <a:defRPr sz="2800" b="0" i="0" u="none" strike="noStrike" cap="none">
                <a:solidFill>
                  <a:schemeClr val="dk1"/>
                </a:solidFill>
                <a:latin typeface="Instrument Sans"/>
                <a:ea typeface="Instrument Sans"/>
                <a:cs typeface="Instrument Sans"/>
              </a:defRPr>
            </a:lvl2pPr>
            <a:lvl3pPr marL="1371600" marR="0" indent="-381000" algn="l">
              <a:spcBef>
                <a:spcPts val="480"/>
              </a:spcBef>
              <a:spcAft>
                <a:spcPts val="0"/>
              </a:spcAft>
              <a:buClr>
                <a:schemeClr val="dk1"/>
              </a:buClr>
              <a:buSzPts val="2400"/>
              <a:buFont typeface="Arial"/>
              <a:buChar char="•"/>
              <a:defRPr sz="2400" b="0" i="0" u="none" strike="noStrike" cap="none">
                <a:solidFill>
                  <a:schemeClr val="dk1"/>
                </a:solidFill>
                <a:latin typeface="Instrument Sans"/>
                <a:ea typeface="Instrument Sans"/>
                <a:cs typeface="Instrument Sans"/>
              </a:defRPr>
            </a:lvl3pPr>
            <a:lvl4pPr marL="18288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4pPr>
            <a:lvl5pPr marL="22860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5pPr>
            <a:lvl6pPr marL="27432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6pPr>
            <a:lvl7pPr marL="32004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7pPr>
            <a:lvl8pPr marL="36576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8pPr>
            <a:lvl9pPr marL="41148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E7D1D4FF-49C5-4F6E-877D-F1893AAF164B}"/>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spcBef>
                <a:spcPts val="0"/>
              </a:spcBef>
              <a:spcAft>
                <a:spcPts val="0"/>
              </a:spcAft>
              <a:buSzPts val="1400"/>
              <a:buNone/>
              <a:defRPr sz="1200" b="0" i="0" u="none" strike="noStrike" cap="none">
                <a:solidFill>
                  <a:srgbClr val="888888"/>
                </a:solidFill>
                <a:latin typeface="Instrument Sans"/>
                <a:ea typeface="Instrument Sans"/>
                <a:cs typeface="Instrument Sans"/>
              </a:defRPr>
            </a:lvl1pPr>
            <a:lvl2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2pPr>
            <a:lvl3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3pPr>
            <a:lvl4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4pPr>
            <a:lvl5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5pPr>
            <a:lvl6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6pPr>
            <a:lvl7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7pPr>
            <a:lvl8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8pPr>
            <a:lvl9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9pPr>
          </a:lstStyle>
          <a:p xmlns:a="http://schemas.openxmlformats.org/drawingml/2006/main"/>
        </p:txBody>
      </p:sp>
      <p:sp>
        <p:nvSpPr>
          <p:cNvPr id="9" name="Google Shape;9;p1">
            <a:extLst xmlns:a="http://schemas.openxmlformats.org/drawingml/2006/main">
              <a:ext uri="{FF2B5EF4-FFF2-40B4-BE49-F238E27FC236}">
                <a16:creationId xmlns:a16="http://schemas.microsoft.com/office/drawing/2014/main" id="{9E712315-E5BA-4DFF-991E-62457AE3DE24}"/>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spcBef>
                <a:spcPts val="0"/>
              </a:spcBef>
              <a:spcAft>
                <a:spcPts val="0"/>
              </a:spcAft>
              <a:buSzPts val="1400"/>
              <a:buNone/>
              <a:defRPr sz="1200" b="0" i="0" u="none" strike="noStrike" cap="none">
                <a:solidFill>
                  <a:srgbClr val="888888"/>
                </a:solidFill>
                <a:latin typeface="Instrument Sans"/>
                <a:ea typeface="Instrument Sans"/>
                <a:cs typeface="Instrument Sans"/>
              </a:defRPr>
            </a:lvl1pPr>
            <a:lvl2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2pPr>
            <a:lvl3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3pPr>
            <a:lvl4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4pPr>
            <a:lvl5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5pPr>
            <a:lvl6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6pPr>
            <a:lvl7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7pPr>
            <a:lvl8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8pPr>
            <a:lvl9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9pPr>
          </a:lstStyle>
          <a:p xmlns:a="http://schemas.openxmlformats.org/drawingml/2006/main"/>
        </p:txBody>
      </p:sp>
      <p:sp>
        <p:nvSpPr>
          <p:cNvPr id="10" name="Google Shape;10;p1">
            <a:extLst xmlns:a="http://schemas.openxmlformats.org/drawingml/2006/main">
              <a:ext uri="{FF2B5EF4-FFF2-40B4-BE49-F238E27FC236}">
                <a16:creationId xmlns:a16="http://schemas.microsoft.com/office/drawing/2014/main" id="{02168D44-6A61-4C02-B43C-7E34CF3F8EB4}"/>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spcBef>
                <a:spcPts val="0"/>
              </a:spcBef>
              <a:buNone/>
              <a:defRPr sz="1200" b="0" i="0" u="none" strike="noStrike" cap="none">
                <a:solidFill>
                  <a:srgbClr val="888888"/>
                </a:solidFill>
                <a:latin typeface="Instrument Sans"/>
                <a:ea typeface="Instrument Sans"/>
                <a:cs typeface="Instrument Sans"/>
              </a:defRPr>
            </a:lvl1pPr>
            <a:lvl2pPr marL="0" marR="0" indent="0" algn="r">
              <a:spcBef>
                <a:spcPts val="0"/>
              </a:spcBef>
              <a:buNone/>
              <a:defRPr sz="1200" b="0" i="0" u="none" strike="noStrike" cap="none">
                <a:solidFill>
                  <a:srgbClr val="888888"/>
                </a:solidFill>
                <a:latin typeface="Instrument Sans"/>
                <a:ea typeface="Instrument Sans"/>
                <a:cs typeface="Instrument Sans"/>
              </a:defRPr>
            </a:lvl2pPr>
            <a:lvl3pPr marL="0" marR="0" indent="0" algn="r">
              <a:spcBef>
                <a:spcPts val="0"/>
              </a:spcBef>
              <a:buNone/>
              <a:defRPr sz="1200" b="0" i="0" u="none" strike="noStrike" cap="none">
                <a:solidFill>
                  <a:srgbClr val="888888"/>
                </a:solidFill>
                <a:latin typeface="Instrument Sans"/>
                <a:ea typeface="Instrument Sans"/>
                <a:cs typeface="Instrument Sans"/>
              </a:defRPr>
            </a:lvl3pPr>
            <a:lvl4pPr marL="0" marR="0" indent="0" algn="r">
              <a:spcBef>
                <a:spcPts val="0"/>
              </a:spcBef>
              <a:buNone/>
              <a:defRPr sz="1200" b="0" i="0" u="none" strike="noStrike" cap="none">
                <a:solidFill>
                  <a:srgbClr val="888888"/>
                </a:solidFill>
                <a:latin typeface="Instrument Sans"/>
                <a:ea typeface="Instrument Sans"/>
                <a:cs typeface="Instrument Sans"/>
              </a:defRPr>
            </a:lvl4pPr>
            <a:lvl5pPr marL="0" marR="0" indent="0" algn="r">
              <a:spcBef>
                <a:spcPts val="0"/>
              </a:spcBef>
              <a:buNone/>
              <a:defRPr sz="1200" b="0" i="0" u="none" strike="noStrike" cap="none">
                <a:solidFill>
                  <a:srgbClr val="888888"/>
                </a:solidFill>
                <a:latin typeface="Instrument Sans"/>
                <a:ea typeface="Instrument Sans"/>
                <a:cs typeface="Instrument Sans"/>
              </a:defRPr>
            </a:lvl5pPr>
            <a:lvl6pPr marL="0" marR="0" indent="0" algn="r">
              <a:spcBef>
                <a:spcPts val="0"/>
              </a:spcBef>
              <a:buNone/>
              <a:defRPr sz="1200" b="0" i="0" u="none" strike="noStrike" cap="none">
                <a:solidFill>
                  <a:srgbClr val="888888"/>
                </a:solidFill>
                <a:latin typeface="Instrument Sans"/>
                <a:ea typeface="Instrument Sans"/>
                <a:cs typeface="Instrument Sans"/>
              </a:defRPr>
            </a:lvl6pPr>
            <a:lvl7pPr marL="0" marR="0" indent="0" algn="r">
              <a:spcBef>
                <a:spcPts val="0"/>
              </a:spcBef>
              <a:buNone/>
              <a:defRPr sz="1200" b="0" i="0" u="none" strike="noStrike" cap="none">
                <a:solidFill>
                  <a:srgbClr val="888888"/>
                </a:solidFill>
                <a:latin typeface="Instrument Sans"/>
                <a:ea typeface="Instrument Sans"/>
                <a:cs typeface="Instrument Sans"/>
              </a:defRPr>
            </a:lvl7pPr>
            <a:lvl8pPr marL="0" marR="0" indent="0" algn="r">
              <a:spcBef>
                <a:spcPts val="0"/>
              </a:spcBef>
              <a:buNone/>
              <a:defRPr sz="1200" b="0" i="0" u="none" strike="noStrike" cap="none">
                <a:solidFill>
                  <a:srgbClr val="888888"/>
                </a:solidFill>
                <a:latin typeface="Instrument Sans"/>
                <a:ea typeface="Instrument Sans"/>
                <a:cs typeface="Instrument Sans"/>
              </a:defRPr>
            </a:lvl8pPr>
            <a:lvl9pPr marL="0" marR="0" indent="0" algn="r">
              <a:spcBef>
                <a:spcPts val="0"/>
              </a:spcBef>
              <a:buNone/>
              <a:defRPr sz="1200" b="0" i="0" u="none" strike="noStrike" cap="none">
                <a:solidFill>
                  <a:srgbClr val="888888"/>
                </a:solidFill>
                <a:latin typeface="Instrument Sans"/>
                <a:ea typeface="Instrument Sans"/>
                <a:cs typeface="Instrument Sans"/>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8577478ae30b4a66"/>
    <p:sldLayoutId xmlns:r="http://schemas.openxmlformats.org/officeDocument/2006/relationships" id="2147483650" r:id="R9e404b64e37f45f2"/>
    <p:sldLayoutId xmlns:r="http://schemas.openxmlformats.org/officeDocument/2006/relationships" id="2147483651" r:id="Rc62e76adbc654240"/>
    <p:sldLayoutId xmlns:r="http://schemas.openxmlformats.org/officeDocument/2006/relationships" id="2147483652" r:id="R233e1ff9a062436b"/>
    <p:sldLayoutId xmlns:r="http://schemas.openxmlformats.org/officeDocument/2006/relationships" id="2147483653" r:id="Ra982e986fc9f4850"/>
    <p:sldLayoutId xmlns:r="http://schemas.openxmlformats.org/officeDocument/2006/relationships" id="2147483654" r:id="R17779c04cea246bb"/>
    <p:sldLayoutId xmlns:r="http://schemas.openxmlformats.org/officeDocument/2006/relationships" id="2147483655" r:id="R5abd058bcfd64c8a"/>
    <p:sldLayoutId xmlns:r="http://schemas.openxmlformats.org/officeDocument/2006/relationships" id="2147483656" r:id="Rb2392ffb49264714"/>
    <p:sldLayoutId xmlns:r="http://schemas.openxmlformats.org/officeDocument/2006/relationships" id="2147483657" r:id="R5f516baa70e74b85"/>
    <p:sldLayoutId xmlns:r="http://schemas.openxmlformats.org/officeDocument/2006/relationships" id="2147483658" r:id="Ra3e71c6f135546f7"/>
    <p:sldLayoutId xmlns:r="http://schemas.openxmlformats.org/officeDocument/2006/relationships" id="2147483659" r:id="R7859f6c1c964484e"/>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53104871ca543e4" /><Relationship Type="http://schemas.openxmlformats.org/officeDocument/2006/relationships/image" Target="/ppt/media/image.png" Id="R2e80127124db4d6d" /><Relationship Type="http://schemas.openxmlformats.org/officeDocument/2006/relationships/image" Target="/ppt/media/image2.png" Id="R645f4cce97034c3e" /><Relationship Type="http://schemas.openxmlformats.org/officeDocument/2006/relationships/image" Target="/ppt/media/image3.png" Id="R8754100650c44d77" /><Relationship Type="http://schemas.openxmlformats.org/officeDocument/2006/relationships/image" Target="/ppt/media/image4.png" Id="R4025ccc13d4b4aca" /><Relationship Type="http://schemas.openxmlformats.org/officeDocument/2006/relationships/notesSlide" Target="/ppt/notesSlides/notesSlide1.xml" Id="R2f12428fbffb4be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4c7fc1174ac434f" /><Relationship Type="http://schemas.openxmlformats.org/officeDocument/2006/relationships/image" Target="/ppt/media/image5.png" Id="R1f2b438052714ac4" /><Relationship Type="http://schemas.openxmlformats.org/officeDocument/2006/relationships/image" Target="/ppt/media/image6.png" Id="R9ef71a2ae1214319" /><Relationship Type="http://schemas.openxmlformats.org/officeDocument/2006/relationships/notesSlide" Target="/ppt/notesSlides/notesSlide2.xml" Id="Ra3fe4f4a9fc04a8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5c6fb5cc36e4801" /><Relationship Type="http://schemas.openxmlformats.org/officeDocument/2006/relationships/image" Target="/ppt/media/image5.png" Id="R956b03ea3b0a4587" /><Relationship Type="http://schemas.openxmlformats.org/officeDocument/2006/relationships/image" Target="/ppt/media/image7.png" Id="R0c5188b0b5634e7e" /><Relationship Type="http://schemas.openxmlformats.org/officeDocument/2006/relationships/notesSlide" Target="/ppt/notesSlides/notesSlide3.xml" Id="Rb09fa770cab443d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b526b00164b40d5" /><Relationship Type="http://schemas.openxmlformats.org/officeDocument/2006/relationships/image" Target="/ppt/media/image5.png" Id="R8d0be5bf05624e38" /><Relationship Type="http://schemas.openxmlformats.org/officeDocument/2006/relationships/image" Target="/ppt/media/image8.png" Id="R961cd628ecf3443e" /><Relationship Type="http://schemas.openxmlformats.org/officeDocument/2006/relationships/image" Target="/ppt/media/image9.png" Id="R6baaff9f8c634521" /><Relationship Type="http://schemas.openxmlformats.org/officeDocument/2006/relationships/notesSlide" Target="/ppt/notesSlides/notesSlide4.xml" Id="Ra3b089aebce1493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5a4320fb5554a81" /><Relationship Type="http://schemas.openxmlformats.org/officeDocument/2006/relationships/image" Target="/ppt/media/image5.png" Id="R456e73267ddb4839" /><Relationship Type="http://schemas.openxmlformats.org/officeDocument/2006/relationships/image" Target="/ppt/media/image10.png" Id="R9b1951b04c334bb4" /><Relationship Type="http://schemas.openxmlformats.org/officeDocument/2006/relationships/notesSlide" Target="/ppt/notesSlides/notesSlide5.xml" Id="Rf5f94d6b7f19403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02c8cd1c6a44ca8" /><Relationship Type="http://schemas.openxmlformats.org/officeDocument/2006/relationships/image" Target="/ppt/media/image5.png" Id="R512c073d65294efe" /><Relationship Type="http://schemas.openxmlformats.org/officeDocument/2006/relationships/notesSlide" Target="/ppt/notesSlides/notesSlide6.xml" Id="R9b29b5cc5f8d480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96def06acb64d14" /><Relationship Type="http://schemas.openxmlformats.org/officeDocument/2006/relationships/image" Target="/ppt/media/image5.png" Id="Rfcef2f84741c4aa6" /><Relationship Type="http://schemas.openxmlformats.org/officeDocument/2006/relationships/image" Target="/ppt/media/image11.png" Id="R6ac7b064ffc94e3d" /><Relationship Type="http://schemas.openxmlformats.org/officeDocument/2006/relationships/notesSlide" Target="/ppt/notesSlides/notesSlide7.xml" Id="R39633ef999e8428d" /></Relationships>
</file>

<file path=ppt/slides/slide1.xml><?xml version="1.0" encoding="utf-8"?>
<p:sld xmlns:p="http://schemas.openxmlformats.org/presentationml/2006/main">
  <p:cSld>
    <p:bg>
      <p:bgPr>
        <a:solidFill xmlns:a="http://schemas.openxmlformats.org/drawingml/2006/main">
          <a:srgbClr val="0F0F0F"/>
        </a:solidFill>
      </p:bgPr>
    </p:bg>
    <p:spTree>
      <p:nvGrpSpPr>
        <p:cNvPr id="1" name=""/>
        <p:cNvGrpSpPr/>
        <p:nvPr/>
      </p:nvGrpSpPr>
      <p:grpSpPr>
        <a:xfrm xmlns:a="http://schemas.openxmlformats.org/drawingml/2006/main"/>
      </p:grpSpPr>
      <p:sp>
        <p:nvSpPr>
          <p:cNvPr id="84" name="Google Shape;84;p13">
            <a:extLst xmlns:a="http://schemas.openxmlformats.org/drawingml/2006/main">
              <a:ext uri="{FF2B5EF4-FFF2-40B4-BE49-F238E27FC236}">
                <a16:creationId xmlns:a16="http://schemas.microsoft.com/office/drawing/2014/main" id="{BA0C68AD-BA6A-4564-A9AE-67754B5BF92C}"/>
              </a:ext>
            </a:extLst>
          </p:cNvPr>
          <p:cNvSpPr>
            <a:spLocks xmlns:a="http://schemas.openxmlformats.org/drawingml/2006/main" noGrp="1"/>
          </p:cNvSpPr>
          <p:nvPr/>
        </p:nvSpPr>
        <p:spPr>
          <a:xfrm xmlns:a="http://schemas.openxmlformats.org/drawingml/2006/main">
            <a:off x="914400" y="777240"/>
            <a:ext cx="82296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85" name="Google Shape;85;p13">
            <a:extLst xmlns:a="http://schemas.openxmlformats.org/drawingml/2006/main">
              <a:ext uri="{FF2B5EF4-FFF2-40B4-BE49-F238E27FC236}">
                <a16:creationId xmlns:a16="http://schemas.microsoft.com/office/drawing/2014/main" id="{FE2B9670-030C-4846-8D0F-0E93521E8EED}"/>
              </a:ext>
            </a:extLst>
          </p:cNvPr>
          <p:cNvSpPr>
            <a:spLocks xmlns:a="http://schemas.openxmlformats.org/drawingml/2006/main" noGrp="1"/>
          </p:cNvSpPr>
          <p:nvPr/>
        </p:nvSpPr>
        <p:spPr>
          <a:xfrm xmlns:a="http://schemas.openxmlformats.org/drawingml/2006/main">
            <a:off x="10058400" y="777240"/>
            <a:ext cx="73152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DDA24"/>
                </a:solidFill>
                <a:latin typeface="JetBrains Mono"/>
                <a:ea typeface="JetBrains Mono"/>
                <a:cs typeface="JetBrains Mono"/>
              </a:rPr>
              <a:t>PLATFORM 01 / 07</a:t>
            </a:r>
            <a:endParaRPr/>
          </a:p>
        </p:txBody>
      </p:sp>
      <p:sp>
        <p:nvSpPr>
          <p:cNvPr id="86" name="Google Shape;86;p13">
            <a:extLst xmlns:a="http://schemas.openxmlformats.org/drawingml/2006/main">
              <a:ext uri="{FF2B5EF4-FFF2-40B4-BE49-F238E27FC236}">
                <a16:creationId xmlns:a16="http://schemas.microsoft.com/office/drawing/2014/main" id="{7BD023C7-EAB8-4CCA-B4B6-32F1B00FEB5C}"/>
              </a:ext>
            </a:extLst>
          </p:cNvPr>
          <p:cNvSpPr>
            <a:spLocks xmlns:a="http://schemas.openxmlformats.org/drawingml/2006/main" noGrp="1"/>
          </p:cNvSpPr>
          <p:nvPr/>
        </p:nvSpPr>
        <p:spPr>
          <a:xfrm xmlns:a="http://schemas.openxmlformats.org/drawingml/2006/main">
            <a:off x="914400" y="1600200"/>
            <a:ext cx="4000500" cy="475488"/>
          </a:xfrm>
          <a:prstGeom xmlns:a="http://schemas.openxmlformats.org/drawingml/2006/main" prst="roundRect">
            <a:avLst>
              <a:gd name="adj" fmla="val 50000"/>
            </a:avLst>
          </a:prstGeom>
          <a:noFill xmlns:a="http://schemas.openxmlformats.org/drawingml/2006/main"/>
          <a:ln xmlns:a="http://schemas.openxmlformats.org/drawingml/2006/main" w="19050" cap="flat" cmpd="sng">
            <a:solidFill>
              <a:srgbClr val="FDDA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FDDA24"/>
                </a:solidFill>
                <a:latin typeface="JetBrains Mono"/>
                <a:ea typeface="JetBrains Mono"/>
                <a:cs typeface="JetBrains Mono"/>
              </a:rPr>
              <a:t>GENESIS / STELLAR UNLOCKED</a:t>
            </a:r>
            <a:endParaRPr/>
          </a:p>
        </p:txBody>
      </p:sp>
      <p:sp>
        <p:nvSpPr>
          <p:cNvPr id="87" name="Google Shape;87;p13">
            <a:extLst xmlns:a="http://schemas.openxmlformats.org/drawingml/2006/main">
              <a:ext uri="{FF2B5EF4-FFF2-40B4-BE49-F238E27FC236}">
                <a16:creationId xmlns:a16="http://schemas.microsoft.com/office/drawing/2014/main" id="{0DC0EDCE-22B6-45EC-879F-0469A9C01675}"/>
              </a:ext>
            </a:extLst>
          </p:cNvPr>
          <p:cNvSpPr>
            <a:spLocks xmlns:a="http://schemas.openxmlformats.org/drawingml/2006/main" noGrp="1"/>
          </p:cNvSpPr>
          <p:nvPr/>
        </p:nvSpPr>
        <p:spPr>
          <a:xfrm xmlns:a="http://schemas.openxmlformats.org/drawingml/2006/main">
            <a:off x="914400" y="2514600"/>
            <a:ext cx="10972800" cy="35112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90000"/>
              </a:lnSpc>
              <a:spcBef>
                <a:spcPts val="0"/>
              </a:spcBef>
              <a:spcAft>
                <a:spcPts val="0"/>
              </a:spcAft>
              <a:buNone/>
            </a:pPr>
            <a:r>
              <a:rPr sz="12800" b="1" i="0" u="none" strike="noStrike" cap="none">
                <a:solidFill>
                  <a:srgbClr val="FDDA24"/>
                </a:solidFill>
                <a:latin typeface="Inter Tight"/>
                <a:ea typeface="Inter Tight"/>
                <a:cs typeface="Inter Tight"/>
              </a:rPr>
              <a:t>DEAL</a:t>
            </a:r>
            <a:endParaRPr/>
          </a:p>
          <a:p xmlns:a="http://schemas.openxmlformats.org/drawingml/2006/main">
            <a:pPr marL="0" marR="0" lvl="0" indent="0" algn="l">
              <a:lnSpc>
                <a:spcPct val="90000"/>
              </a:lnSpc>
              <a:spcBef>
                <a:spcPts val="0"/>
              </a:spcBef>
              <a:spcAft>
                <a:spcPts val="0"/>
              </a:spcAft>
              <a:buNone/>
            </a:pPr>
            <a:r>
              <a:rPr sz="12800" b="1" i="0" u="none" strike="noStrike" cap="none">
                <a:solidFill>
                  <a:srgbClr val="FDDA24"/>
                </a:solidFill>
                <a:latin typeface="Inter Tight"/>
                <a:ea typeface="Inter Tight"/>
                <a:cs typeface="Inter Tight"/>
              </a:rPr>
              <a:t>PASSPORT</a:t>
            </a:r>
            <a:endParaRPr/>
          </a:p>
        </p:txBody>
      </p:sp>
      <p:sp>
        <p:nvSpPr>
          <p:cNvPr id="88" name="Google Shape;88;p13">
            <a:extLst xmlns:a="http://schemas.openxmlformats.org/drawingml/2006/main">
              <a:ext uri="{FF2B5EF4-FFF2-40B4-BE49-F238E27FC236}">
                <a16:creationId xmlns:a16="http://schemas.microsoft.com/office/drawing/2014/main" id="{D230AFE3-2D23-45DA-84BC-0E9A6DD6A67D}"/>
              </a:ext>
            </a:extLst>
          </p:cNvPr>
          <p:cNvSpPr>
            <a:spLocks xmlns:a="http://schemas.openxmlformats.org/drawingml/2006/main" noGrp="1"/>
          </p:cNvSpPr>
          <p:nvPr/>
        </p:nvSpPr>
        <p:spPr>
          <a:xfrm xmlns:a="http://schemas.openxmlformats.org/drawingml/2006/main">
            <a:off x="12435840" y="2103120"/>
            <a:ext cx="4937760" cy="2862850"/>
          </a:xfrm>
          <a:custGeom xmlns:a="http://schemas.openxmlformats.org/drawingml/2006/main">
            <a:rect l="l" t="t" r="r" b="b"/>
            <a:pathLst>
              <a:path w="4937760" h="2862850">
                <a:moveTo>
                  <a:pt x="0" y="0"/>
                </a:moveTo>
                <a:lnTo>
                  <a:pt x="0" y="1103116"/>
                </a:lnTo>
                <a:lnTo>
                  <a:pt x="2468880" y="2862850"/>
                </a:lnTo>
                <a:lnTo>
                  <a:pt x="4937760" y="1103116"/>
                </a:lnTo>
                <a:lnTo>
                  <a:pt x="4937760" y="0"/>
                </a:lnTo>
                <a:lnTo>
                  <a:pt x="2468880" y="1497086"/>
                </a:lnTo>
                <a:close/>
              </a:path>
            </a:pathLst>
          </a:custGeom>
          <a:solidFill xmlns:a="http://schemas.openxmlformats.org/drawingml/2006/main">
            <a:srgbClr val="FDDA24">
              <a:alpha val="21961"/>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89" name="Google Shape;89;p13">
            <a:extLst xmlns:a="http://schemas.openxmlformats.org/drawingml/2006/main">
              <a:ext uri="{FF2B5EF4-FFF2-40B4-BE49-F238E27FC236}">
                <a16:creationId xmlns:a16="http://schemas.microsoft.com/office/drawing/2014/main" id="{AF36E3A8-3AC1-4502-991F-EC228CFF6A01}"/>
              </a:ext>
            </a:extLst>
          </p:cNvPr>
          <p:cNvSpPr>
            <a:spLocks xmlns:a="http://schemas.openxmlformats.org/drawingml/2006/main" noGrp="1"/>
          </p:cNvSpPr>
          <p:nvPr/>
        </p:nvSpPr>
        <p:spPr>
          <a:xfrm xmlns:a="http://schemas.openxmlformats.org/drawingml/2006/main">
            <a:off x="12435840" y="4151765"/>
            <a:ext cx="1444557" cy="1785998"/>
          </a:xfrm>
          <a:custGeom xmlns:a="http://schemas.openxmlformats.org/drawingml/2006/main">
            <a:rect l="l" t="t" r="r" b="b"/>
            <a:pathLst>
              <a:path w="1444557" h="1785998">
                <a:moveTo>
                  <a:pt x="0" y="0"/>
                </a:moveTo>
                <a:lnTo>
                  <a:pt x="0" y="1785998"/>
                </a:lnTo>
                <a:lnTo>
                  <a:pt x="1444557" y="866734"/>
                </a:lnTo>
                <a:close/>
              </a:path>
            </a:pathLst>
          </a:custGeom>
          <a:solidFill xmlns:a="http://schemas.openxmlformats.org/drawingml/2006/main">
            <a:srgbClr val="FDDA24">
              <a:alpha val="21961"/>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90" name="Google Shape;90;p13">
            <a:extLst xmlns:a="http://schemas.openxmlformats.org/drawingml/2006/main">
              <a:ext uri="{FF2B5EF4-FFF2-40B4-BE49-F238E27FC236}">
                <a16:creationId xmlns:a16="http://schemas.microsoft.com/office/drawing/2014/main" id="{0B1B65CD-6F4A-4726-AFF7-60FBDFBE7BBA}"/>
              </a:ext>
            </a:extLst>
          </p:cNvPr>
          <p:cNvSpPr>
            <a:spLocks xmlns:a="http://schemas.openxmlformats.org/drawingml/2006/main" noGrp="1"/>
          </p:cNvSpPr>
          <p:nvPr/>
        </p:nvSpPr>
        <p:spPr>
          <a:xfrm xmlns:a="http://schemas.openxmlformats.org/drawingml/2006/main">
            <a:off x="15929042" y="4151765"/>
            <a:ext cx="1444558" cy="1785998"/>
          </a:xfrm>
          <a:custGeom xmlns:a="http://schemas.openxmlformats.org/drawingml/2006/main">
            <a:rect l="l" t="t" r="r" b="b"/>
            <a:pathLst>
              <a:path w="1444558" h="1785998">
                <a:moveTo>
                  <a:pt x="1444558" y="0"/>
                </a:moveTo>
                <a:lnTo>
                  <a:pt x="1444558" y="1785998"/>
                </a:lnTo>
                <a:lnTo>
                  <a:pt x="0" y="866734"/>
                </a:lnTo>
                <a:close/>
              </a:path>
            </a:pathLst>
          </a:custGeom>
          <a:solidFill xmlns:a="http://schemas.openxmlformats.org/drawingml/2006/main">
            <a:srgbClr val="FDDA24">
              <a:alpha val="21961"/>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pic>
        <p:nvPicPr>
          <p:cNvPr id="91" name="Google Shape;91;p13">
            <a:extLst xmlns:a="http://schemas.openxmlformats.org/drawingml/2006/main">
              <a:ext uri="{FF2B5EF4-FFF2-40B4-BE49-F238E27FC236}">
                <a16:creationId xmlns:a16="http://schemas.microsoft.com/office/drawing/2014/main" id="{66DEDBF5-D34D-41B5-990E-A74CDCECBC1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e80127124db4d6d">
            <a:alphaModFix/>
          </a:blip>
          <a:srcRect xmlns:a="http://schemas.openxmlformats.org/drawingml/2006/main" l="0" t="0" r="0" b="0"/>
          <a:stretch xmlns:a="http://schemas.openxmlformats.org/drawingml/2006/main"/>
        </p:blipFill>
        <p:spPr>
          <a:xfrm xmlns:a="http://schemas.openxmlformats.org/drawingml/2006/main">
            <a:off x="914400" y="6812280"/>
            <a:ext cx="4721192" cy="822960"/>
          </a:xfrm>
          <a:prstGeom xmlns:a="http://schemas.openxmlformats.org/drawingml/2006/main" prst="rect">
            <a:avLst/>
          </a:prstGeom>
          <a:ln xmlns:a="http://schemas.openxmlformats.org/drawingml/2006/main">
            <a:noFill/>
          </a:ln>
        </p:spPr>
      </p:pic>
      <p:sp>
        <p:nvSpPr>
          <p:cNvPr id="92" name="Google Shape;92;p13">
            <a:extLst xmlns:a="http://schemas.openxmlformats.org/drawingml/2006/main">
              <a:ext uri="{FF2B5EF4-FFF2-40B4-BE49-F238E27FC236}">
                <a16:creationId xmlns:a16="http://schemas.microsoft.com/office/drawing/2014/main" id="{7C093E93-EA03-4939-9D2A-F00FC76376A5}"/>
              </a:ext>
            </a:extLst>
          </p:cNvPr>
          <p:cNvSpPr>
            <a:spLocks xmlns:a="http://schemas.openxmlformats.org/drawingml/2006/main" noGrp="1"/>
          </p:cNvSpPr>
          <p:nvPr/>
        </p:nvSpPr>
        <p:spPr>
          <a:xfrm xmlns:a="http://schemas.openxmlformats.org/drawingml/2006/main">
            <a:off x="5989320" y="6766560"/>
            <a:ext cx="18288" cy="914400"/>
          </a:xfrm>
          <a:prstGeom xmlns:a="http://schemas.openxmlformats.org/drawingml/2006/main" prst="rect">
            <a:avLst/>
          </a:prstGeom>
          <a:solidFill xmlns:a="http://schemas.openxmlformats.org/drawingml/2006/main">
            <a:srgbClr val="4A4A4A"/>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pic>
        <p:nvPicPr>
          <p:cNvPr id="93" name="Google Shape;93;p13">
            <a:extLst xmlns:a="http://schemas.openxmlformats.org/drawingml/2006/main">
              <a:ext uri="{FF2B5EF4-FFF2-40B4-BE49-F238E27FC236}">
                <a16:creationId xmlns:a16="http://schemas.microsoft.com/office/drawing/2014/main" id="{B6DD9016-9C6A-4FB2-81AC-C64A2D00B9D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45f4cce97034c3e">
            <a:alphaModFix/>
          </a:blip>
          <a:srcRect xmlns:a="http://schemas.openxmlformats.org/drawingml/2006/main" l="0" t="0" r="0" b="0"/>
          <a:stretch xmlns:a="http://schemas.openxmlformats.org/drawingml/2006/main"/>
        </p:blipFill>
        <p:spPr>
          <a:xfrm xmlns:a="http://schemas.openxmlformats.org/drawingml/2006/main">
            <a:off x="6355080" y="6967728"/>
            <a:ext cx="2159633" cy="512064"/>
          </a:xfrm>
          <a:prstGeom xmlns:a="http://schemas.openxmlformats.org/drawingml/2006/main" prst="rect">
            <a:avLst/>
          </a:prstGeom>
          <a:ln xmlns:a="http://schemas.openxmlformats.org/drawingml/2006/main">
            <a:noFill/>
          </a:ln>
        </p:spPr>
      </p:pic>
      <p:pic>
        <p:nvPicPr>
          <p:cNvPr id="94" name="Google Shape;94;p13">
            <a:extLst xmlns:a="http://schemas.openxmlformats.org/drawingml/2006/main">
              <a:ext uri="{FF2B5EF4-FFF2-40B4-BE49-F238E27FC236}">
                <a16:creationId xmlns:a16="http://schemas.microsoft.com/office/drawing/2014/main" id="{4A9775BD-5C2C-48A3-BC2D-6F909F0FBAC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754100650c44d77">
            <a:alphaModFix/>
          </a:blip>
          <a:srcRect xmlns:a="http://schemas.openxmlformats.org/drawingml/2006/main" l="0" t="0" r="0" b="0"/>
          <a:stretch xmlns:a="http://schemas.openxmlformats.org/drawingml/2006/main"/>
        </p:blipFill>
        <p:spPr>
          <a:xfrm xmlns:a="http://schemas.openxmlformats.org/drawingml/2006/main">
            <a:off x="8823960" y="6903720"/>
            <a:ext cx="2483581" cy="621792"/>
          </a:xfrm>
          <a:prstGeom xmlns:a="http://schemas.openxmlformats.org/drawingml/2006/main" prst="rect">
            <a:avLst/>
          </a:prstGeom>
          <a:ln xmlns:a="http://schemas.openxmlformats.org/drawingml/2006/main">
            <a:noFill/>
          </a:ln>
        </p:spPr>
      </p:pic>
      <p:sp>
        <p:nvSpPr>
          <p:cNvPr id="95" name="Google Shape;95;p13">
            <a:extLst xmlns:a="http://schemas.openxmlformats.org/drawingml/2006/main">
              <a:ext uri="{FF2B5EF4-FFF2-40B4-BE49-F238E27FC236}">
                <a16:creationId xmlns:a16="http://schemas.microsoft.com/office/drawing/2014/main" id="{9328E81F-E823-4542-BA00-9CB6A770699B}"/>
              </a:ext>
            </a:extLst>
          </p:cNvPr>
          <p:cNvSpPr>
            <a:spLocks xmlns:a="http://schemas.openxmlformats.org/drawingml/2006/main" noGrp="1"/>
          </p:cNvSpPr>
          <p:nvPr/>
        </p:nvSpPr>
        <p:spPr>
          <a:xfrm xmlns:a="http://schemas.openxmlformats.org/drawingml/2006/main" rot="5400000">
            <a:off x="14904720" y="6858000"/>
            <a:ext cx="731520" cy="7315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96" name="Google Shape;96;p13">
            <a:extLst xmlns:a="http://schemas.openxmlformats.org/drawingml/2006/main">
              <a:ext uri="{FF2B5EF4-FFF2-40B4-BE49-F238E27FC236}">
                <a16:creationId xmlns:a16="http://schemas.microsoft.com/office/drawing/2014/main" id="{492169ED-42C5-492D-A1C1-0CA2BF1FEB1C}"/>
              </a:ext>
            </a:extLst>
          </p:cNvPr>
          <p:cNvSpPr>
            <a:spLocks xmlns:a="http://schemas.openxmlformats.org/drawingml/2006/main" noGrp="1"/>
          </p:cNvSpPr>
          <p:nvPr/>
        </p:nvSpPr>
        <p:spPr>
          <a:xfrm xmlns:a="http://schemas.openxmlformats.org/drawingml/2006/main" rot="5400000">
            <a:off x="15599664" y="6858000"/>
            <a:ext cx="731520" cy="7315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97" name="Google Shape;97;p13">
            <a:extLst xmlns:a="http://schemas.openxmlformats.org/drawingml/2006/main">
              <a:ext uri="{FF2B5EF4-FFF2-40B4-BE49-F238E27FC236}">
                <a16:creationId xmlns:a16="http://schemas.microsoft.com/office/drawing/2014/main" id="{D89C7A8F-4101-49FC-B703-320ABA673AB0}"/>
              </a:ext>
            </a:extLst>
          </p:cNvPr>
          <p:cNvSpPr>
            <a:spLocks xmlns:a="http://schemas.openxmlformats.org/drawingml/2006/main" noGrp="1"/>
          </p:cNvSpPr>
          <p:nvPr/>
        </p:nvSpPr>
        <p:spPr>
          <a:xfrm xmlns:a="http://schemas.openxmlformats.org/drawingml/2006/main" rot="5400000">
            <a:off x="16294608" y="6858000"/>
            <a:ext cx="731520" cy="7315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98" name="Google Shape;98;p13">
            <a:extLst xmlns:a="http://schemas.openxmlformats.org/drawingml/2006/main">
              <a:ext uri="{FF2B5EF4-FFF2-40B4-BE49-F238E27FC236}">
                <a16:creationId xmlns:a16="http://schemas.microsoft.com/office/drawing/2014/main" id="{F25DF466-91DB-4704-A4DF-1EDE292B1B74}"/>
              </a:ext>
            </a:extLst>
          </p:cNvPr>
          <p:cNvSpPr>
            <a:spLocks xmlns:a="http://schemas.openxmlformats.org/drawingml/2006/main" noGrp="1"/>
          </p:cNvSpPr>
          <p:nvPr/>
        </p:nvSpPr>
        <p:spPr>
          <a:xfrm xmlns:a="http://schemas.openxmlformats.org/drawingml/2006/main">
            <a:off x="914400" y="8641080"/>
            <a:ext cx="16459200" cy="13716"/>
          </a:xfrm>
          <a:prstGeom xmlns:a="http://schemas.openxmlformats.org/drawingml/2006/main" prst="rect">
            <a:avLst/>
          </a:prstGeom>
          <a:solidFill xmlns:a="http://schemas.openxmlformats.org/drawingml/2006/main">
            <a:srgbClr val="3A3A3A"/>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99" name="Google Shape;99;p13">
            <a:extLst xmlns:a="http://schemas.openxmlformats.org/drawingml/2006/main">
              <a:ext uri="{FF2B5EF4-FFF2-40B4-BE49-F238E27FC236}">
                <a16:creationId xmlns:a16="http://schemas.microsoft.com/office/drawing/2014/main" id="{5CD7E1A6-0837-4560-965E-4D18CC5F5032}"/>
              </a:ext>
            </a:extLst>
          </p:cNvPr>
          <p:cNvSpPr>
            <a:spLocks xmlns:a="http://schemas.openxmlformats.org/drawingml/2006/main" noGrp="1"/>
          </p:cNvSpPr>
          <p:nvPr/>
        </p:nvSpPr>
        <p:spPr>
          <a:xfrm xmlns:a="http://schemas.openxmlformats.org/drawingml/2006/main">
            <a:off x="914400" y="8961120"/>
            <a:ext cx="4572000"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600" b="1" i="0" u="none" strike="noStrike" cap="none">
                <a:solidFill>
                  <a:srgbClr val="FFFFFF"/>
                </a:solidFill>
                <a:latin typeface="JetBrains Mono"/>
                <a:ea typeface="JetBrains Mono"/>
                <a:cs typeface="JetBrains Mono"/>
              </a:rPr>
              <a:t>TESTNET MVP / 26 OCT 2026</a:t>
            </a:r>
            <a:endParaRPr/>
          </a:p>
        </p:txBody>
      </p:sp>
      <p:sp>
        <p:nvSpPr>
          <p:cNvPr id="100" name="Google Shape;100;p13">
            <a:extLst xmlns:a="http://schemas.openxmlformats.org/drawingml/2006/main">
              <a:ext uri="{FF2B5EF4-FFF2-40B4-BE49-F238E27FC236}">
                <a16:creationId xmlns:a16="http://schemas.microsoft.com/office/drawing/2014/main" id="{A15B962B-8ADF-4E7F-8174-2E0E6A232D76}"/>
              </a:ext>
            </a:extLst>
          </p:cNvPr>
          <p:cNvSpPr>
            <a:spLocks xmlns:a="http://schemas.openxmlformats.org/drawingml/2006/main" noGrp="1"/>
          </p:cNvSpPr>
          <p:nvPr/>
        </p:nvSpPr>
        <p:spPr>
          <a:xfrm xmlns:a="http://schemas.openxmlformats.org/drawingml/2006/main">
            <a:off x="6400800" y="8961120"/>
            <a:ext cx="54864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DDA24"/>
                </a:solidFill>
                <a:latin typeface="JetBrains Mono"/>
                <a:ea typeface="JetBrains Mono"/>
                <a:cs typeface="JetBrains Mono"/>
              </a:rPr>
              <a:t>#HackMeridian26</a:t>
            </a:r>
            <a:endParaRPr/>
          </a:p>
        </p:txBody>
      </p:sp>
      <p:sp>
        <p:nvSpPr>
          <p:cNvPr id="101" name="Google Shape;101;p13">
            <a:extLst xmlns:a="http://schemas.openxmlformats.org/drawingml/2006/main">
              <a:ext uri="{FF2B5EF4-FFF2-40B4-BE49-F238E27FC236}">
                <a16:creationId xmlns:a16="http://schemas.microsoft.com/office/drawing/2014/main" id="{30B39000-4DD0-4DA3-B6BC-A2AD6F609BFA}"/>
              </a:ext>
            </a:extLst>
          </p:cNvPr>
          <p:cNvSpPr>
            <a:spLocks xmlns:a="http://schemas.openxmlformats.org/drawingml/2006/main" noGrp="1"/>
          </p:cNvSpPr>
          <p:nvPr/>
        </p:nvSpPr>
        <p:spPr>
          <a:xfrm xmlns:a="http://schemas.openxmlformats.org/drawingml/2006/main">
            <a:off x="11887200" y="8961120"/>
            <a:ext cx="54864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r">
              <a:spcBef>
                <a:spcPts val="0"/>
              </a:spcBef>
              <a:spcAft>
                <a:spcPts val="0"/>
              </a:spcAft>
              <a:buNone/>
            </a:pPr>
            <a:r>
              <a:rPr sz="1400" b="0" i="0" u="none" strike="noStrike" cap="none">
                <a:solidFill>
                  <a:srgbClr val="A7A7A7"/>
                </a:solidFill>
                <a:latin typeface="JetBrains Mono"/>
                <a:ea typeface="JetBrains Mono"/>
                <a:cs typeface="JetBrains Mono"/>
              </a:rPr>
              <a:t>© 2026 HackMeridian · Lisbon</a:t>
            </a:r>
            <a:endParaRPr/>
          </a:p>
        </p:txBody>
      </p:sp>
      <p:sp>
        <p:nvSpPr>
          <p:cNvPr id="102" name="Private real estate. Verified qualificat">
            <a:extLst xmlns:a="http://schemas.openxmlformats.org/drawingml/2006/main">
              <a:ext uri="{FF2B5EF4-FFF2-40B4-BE49-F238E27FC236}">
                <a16:creationId xmlns:a16="http://schemas.microsoft.com/office/drawing/2014/main" id="{9E0F2680-4F6B-4EA7-A43D-7E4AD2224127}"/>
              </a:ext>
            </a:extLst>
          </p:cNvPr>
          <p:cNvSpPr>
            <a:spLocks xmlns:a="http://schemas.openxmlformats.org/drawingml/2006/main" noGrp="1"/>
          </p:cNvSpPr>
          <p:nvPr/>
        </p:nvSpPr>
        <p:spPr>
          <a:xfrm xmlns:a="http://schemas.openxmlformats.org/drawingml/2006/main">
            <a:off x="914400" y="61912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800">
                <a:solidFill>
                  <a:srgbClr val="FFFFFF"/>
                </a:solidFill>
                <a:latin typeface="Instrument Sans"/>
                <a:ea typeface="Instrument Sans"/>
                <a:cs typeface="Instrument Sans"/>
              </a:defRPr>
            </a:defPPr>
            <a:lvl1pPr>
              <a:buNone/>
              <a:defRPr sz="2800">
                <a:solidFill>
                  <a:srgbClr val="FFFFFF"/>
                </a:solidFill>
                <a:latin typeface="Instrument Sans"/>
                <a:ea typeface="Instrument Sans"/>
                <a:cs typeface="Instrument Sans"/>
              </a:defRPr>
            </a:lvl1pPr>
            <a:lvl2pPr>
              <a:buNone/>
              <a:defRPr sz="2800">
                <a:solidFill>
                  <a:srgbClr val="FFFFFF"/>
                </a:solidFill>
                <a:latin typeface="Instrument Sans"/>
                <a:ea typeface="Instrument Sans"/>
                <a:cs typeface="Instrument Sans"/>
              </a:defRPr>
            </a:lvl2pPr>
            <a:lvl3pPr>
              <a:buNone/>
              <a:defRPr sz="2800">
                <a:solidFill>
                  <a:srgbClr val="FFFFFF"/>
                </a:solidFill>
                <a:latin typeface="Instrument Sans"/>
                <a:ea typeface="Instrument Sans"/>
                <a:cs typeface="Instrument Sans"/>
              </a:defRPr>
            </a:lvl3pPr>
            <a:lvl4pPr>
              <a:buNone/>
              <a:defRPr sz="2800">
                <a:solidFill>
                  <a:srgbClr val="FFFFFF"/>
                </a:solidFill>
                <a:latin typeface="Instrument Sans"/>
                <a:ea typeface="Instrument Sans"/>
                <a:cs typeface="Instrument Sans"/>
              </a:defRPr>
            </a:lvl4pPr>
            <a:lvl5pPr>
              <a:buNone/>
              <a:defRPr sz="2800">
                <a:solidFill>
                  <a:srgbClr val="FFFFFF"/>
                </a:solidFill>
                <a:latin typeface="Instrument Sans"/>
                <a:ea typeface="Instrument Sans"/>
                <a:cs typeface="Instrument Sans"/>
              </a:defRPr>
            </a:lvl5pPr>
            <a:lvl6pPr>
              <a:buNone/>
              <a:defRPr sz="2800">
                <a:solidFill>
                  <a:srgbClr val="FFFFFF"/>
                </a:solidFill>
                <a:latin typeface="Instrument Sans"/>
                <a:ea typeface="Instrument Sans"/>
                <a:cs typeface="Instrument Sans"/>
              </a:defRPr>
            </a:lvl6pPr>
            <a:lvl7pPr>
              <a:buNone/>
              <a:defRPr sz="2800">
                <a:solidFill>
                  <a:srgbClr val="FFFFFF"/>
                </a:solidFill>
                <a:latin typeface="Instrument Sans"/>
                <a:ea typeface="Instrument Sans"/>
                <a:cs typeface="Instrument Sans"/>
              </a:defRPr>
            </a:lvl7pPr>
            <a:lvl8pPr>
              <a:buNone/>
              <a:defRPr sz="2800">
                <a:solidFill>
                  <a:srgbClr val="FFFFFF"/>
                </a:solidFill>
                <a:latin typeface="Instrument Sans"/>
                <a:ea typeface="Instrument Sans"/>
                <a:cs typeface="Instrument Sans"/>
              </a:defRPr>
            </a:lvl8pPr>
            <a:lvl9pPr>
              <a:buNone/>
              <a:defRPr sz="2800">
                <a:solidFill>
                  <a:srgbClr val="FFFFFF"/>
                </a:solidFill>
                <a:latin typeface="Instrument Sans"/>
                <a:ea typeface="Instrument Sans"/>
                <a:cs typeface="Instrument Sans"/>
              </a:defRPr>
            </a:lvl9pPr>
          </a:lstStyle>
          <a:p xmlns:a="http://schemas.openxmlformats.org/drawingml/2006/main">
            <a:pPr>
              <a:buNone/>
              <a:defRPr sz="2800">
                <a:solidFill>
                  <a:srgbClr val="FFFFFF"/>
                </a:solidFill>
                <a:latin typeface="Instrument Sans"/>
                <a:ea typeface="Instrument Sans"/>
                <a:cs typeface="Instrument Sans"/>
              </a:defRPr>
            </a:pPr>
            <a:r>
              <a:rPr sz="2800">
                <a:solidFill>
                  <a:srgbClr val="FFFFFF"/>
                </a:solidFill>
                <a:latin typeface="Instrument Sans"/>
                <a:ea typeface="Instrument Sans"/>
                <a:cs typeface="Instrument Sans"/>
              </a:rPr>
              <a:t>Private qualification. Mutual consent. Real Testnet.</a:t>
            </a:r>
          </a:p>
        </p:txBody>
      </p:sp>
      <p:sp>
        <p:nvSpPr>
          <p:cNvPr id="103" name="EasyAI / Oleksiy Onishchenko / Solo buil">
            <a:extLst xmlns:a="http://schemas.openxmlformats.org/drawingml/2006/main">
              <a:ext uri="{FF2B5EF4-FFF2-40B4-BE49-F238E27FC236}">
                <a16:creationId xmlns:a16="http://schemas.microsoft.com/office/drawing/2014/main" id="{C935F9A8-2B94-4611-AA48-C70F83C986D2}"/>
              </a:ext>
            </a:extLst>
          </p:cNvPr>
          <p:cNvSpPr>
            <a:spLocks xmlns:a="http://schemas.openxmlformats.org/drawingml/2006/main" noGrp="1"/>
          </p:cNvSpPr>
          <p:nvPr/>
        </p:nvSpPr>
        <p:spPr>
          <a:xfrm xmlns:a="http://schemas.openxmlformats.org/drawingml/2006/main">
            <a:off x="914400" y="79629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00">
                <a:solidFill>
                  <a:srgbClr val="FDDA24"/>
                </a:solidFill>
                <a:latin typeface="Instrument Sans"/>
                <a:ea typeface="Instrument Sans"/>
                <a:cs typeface="Instrument Sans"/>
              </a:defRPr>
            </a:defPPr>
            <a:lvl1pPr>
              <a:buNone/>
              <a:defRPr sz="1900">
                <a:solidFill>
                  <a:srgbClr val="FDDA24"/>
                </a:solidFill>
                <a:latin typeface="Instrument Sans"/>
                <a:ea typeface="Instrument Sans"/>
                <a:cs typeface="Instrument Sans"/>
              </a:defRPr>
            </a:lvl1pPr>
            <a:lvl2pPr>
              <a:buNone/>
              <a:defRPr sz="1900">
                <a:solidFill>
                  <a:srgbClr val="FDDA24"/>
                </a:solidFill>
                <a:latin typeface="Instrument Sans"/>
                <a:ea typeface="Instrument Sans"/>
                <a:cs typeface="Instrument Sans"/>
              </a:defRPr>
            </a:lvl2pPr>
            <a:lvl3pPr>
              <a:buNone/>
              <a:defRPr sz="1900">
                <a:solidFill>
                  <a:srgbClr val="FDDA24"/>
                </a:solidFill>
                <a:latin typeface="Instrument Sans"/>
                <a:ea typeface="Instrument Sans"/>
                <a:cs typeface="Instrument Sans"/>
              </a:defRPr>
            </a:lvl3pPr>
            <a:lvl4pPr>
              <a:buNone/>
              <a:defRPr sz="1900">
                <a:solidFill>
                  <a:srgbClr val="FDDA24"/>
                </a:solidFill>
                <a:latin typeface="Instrument Sans"/>
                <a:ea typeface="Instrument Sans"/>
                <a:cs typeface="Instrument Sans"/>
              </a:defRPr>
            </a:lvl4pPr>
            <a:lvl5pPr>
              <a:buNone/>
              <a:defRPr sz="1900">
                <a:solidFill>
                  <a:srgbClr val="FDDA24"/>
                </a:solidFill>
                <a:latin typeface="Instrument Sans"/>
                <a:ea typeface="Instrument Sans"/>
                <a:cs typeface="Instrument Sans"/>
              </a:defRPr>
            </a:lvl5pPr>
            <a:lvl6pPr>
              <a:buNone/>
              <a:defRPr sz="1900">
                <a:solidFill>
                  <a:srgbClr val="FDDA24"/>
                </a:solidFill>
                <a:latin typeface="Instrument Sans"/>
                <a:ea typeface="Instrument Sans"/>
                <a:cs typeface="Instrument Sans"/>
              </a:defRPr>
            </a:lvl6pPr>
            <a:lvl7pPr>
              <a:buNone/>
              <a:defRPr sz="1900">
                <a:solidFill>
                  <a:srgbClr val="FDDA24"/>
                </a:solidFill>
                <a:latin typeface="Instrument Sans"/>
                <a:ea typeface="Instrument Sans"/>
                <a:cs typeface="Instrument Sans"/>
              </a:defRPr>
            </a:lvl7pPr>
            <a:lvl8pPr>
              <a:buNone/>
              <a:defRPr sz="1900">
                <a:solidFill>
                  <a:srgbClr val="FDDA24"/>
                </a:solidFill>
                <a:latin typeface="Instrument Sans"/>
                <a:ea typeface="Instrument Sans"/>
                <a:cs typeface="Instrument Sans"/>
              </a:defRPr>
            </a:lvl8pPr>
            <a:lvl9pPr>
              <a:buNone/>
              <a:defRPr sz="1900">
                <a:solidFill>
                  <a:srgbClr val="FDDA24"/>
                </a:solidFill>
                <a:latin typeface="Instrument Sans"/>
                <a:ea typeface="Instrument Sans"/>
                <a:cs typeface="Instrument Sans"/>
              </a:defRPr>
            </a:lvl9pPr>
          </a:lstStyle>
          <a:p xmlns:a="http://schemas.openxmlformats.org/drawingml/2006/main">
            <a:pPr>
              <a:buNone/>
              <a:defRPr sz="1900">
                <a:solidFill>
                  <a:srgbClr val="FDDA24"/>
                </a:solidFill>
                <a:latin typeface="Instrument Sans"/>
                <a:ea typeface="Instrument Sans"/>
                <a:cs typeface="Instrument Sans"/>
              </a:defRPr>
            </a:pPr>
            <a:r>
              <a:rPr sz="1900">
                <a:solidFill>
                  <a:srgbClr val="FDDA24"/>
                </a:solidFill>
                <a:latin typeface="Instrument Sans"/>
                <a:ea typeface="Instrument Sans"/>
                <a:cs typeface="Instrument Sans"/>
              </a:rPr>
              <a:t>EasyAI / Oleksiy Onishchenko / Solo builder</a:t>
            </a:r>
          </a:p>
        </p:txBody>
      </p:sp>
      <p:pic>
        <p:nvPicPr>
          <p:cNvPr id="104" name="">
            <a:extLst xmlns:a="http://schemas.openxmlformats.org/drawingml/2006/main">
              <a:ext uri="{FF2B5EF4-FFF2-40B4-BE49-F238E27FC236}">
                <a16:creationId xmlns:a16="http://schemas.microsoft.com/office/drawing/2014/main" id="{891C9E1D-9914-4691-9F14-B81A1E85D3EF}"/>
              </a:ext>
            </a:extLst>
          </p:cNvPr>
          <p:cNvPicPr>
            <a:picLocks xmlns:a="http://schemas.openxmlformats.org/drawingml/2006/main" noChangeAspect="1"/>
          </p:cNvPicPr>
          <p:nvPr/>
        </p:nvPicPr>
        <p:blipFill>
          <a:blip xmlns:r="http://schemas.openxmlformats.org/officeDocument/2006/relationships" xmlns:a="http://schemas.openxmlformats.org/drawingml/2006/main" r:embed="R4025ccc13d4b4aca"/>
          <a:srcRect xmlns:a="http://schemas.openxmlformats.org/drawingml/2006/main" l="0" t="0" r="0" b="0"/>
          <a:stretch xmlns:a="http://schemas.openxmlformats.org/drawingml/2006/main"/>
        </p:blipFill>
        <p:spPr>
          <a:xfrm xmlns:a="http://schemas.openxmlformats.org/drawingml/2006/main">
            <a:off x="11906250" y="1571625"/>
            <a:ext cx="5619750" cy="5334000"/>
          </a:xfrm>
          <a:prstGeom xmlns:a="http://schemas.openxmlformats.org/drawingml/2006/main" prst="rect">
            <a:avLst/>
          </a:prstGeom>
        </p:spPr>
      </p:pic>
    </p:spTree>
    <p:extLst>
      <p:ext uri="{BB962C8B-B14F-4D97-AF65-F5344CB8AC3E}">
        <p14:creationId xmlns:p14="http://schemas.microsoft.com/office/powerpoint/2010/main" val="2011376075"/>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06" name="Google Shape;106;p14">
            <a:extLst xmlns:a="http://schemas.openxmlformats.org/drawingml/2006/main">
              <a:ext uri="{FF2B5EF4-FFF2-40B4-BE49-F238E27FC236}">
                <a16:creationId xmlns:a16="http://schemas.microsoft.com/office/drawing/2014/main" id="{70E11B06-8417-427C-A23D-803C60D38FC9}"/>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07" name="Google Shape;107;p14">
            <a:extLst xmlns:a="http://schemas.openxmlformats.org/drawingml/2006/main">
              <a:ext uri="{FF2B5EF4-FFF2-40B4-BE49-F238E27FC236}">
                <a16:creationId xmlns:a16="http://schemas.microsoft.com/office/drawing/2014/main" id="{746CBDD3-DF20-44FE-9C23-82AC6858FB55}"/>
              </a:ext>
            </a:extLst>
          </p:cNvPr>
          <p:cNvSpPr>
            <a:spLocks xmlns:a="http://schemas.openxmlformats.org/drawingml/2006/main" noGrp="1"/>
          </p:cNvSpPr>
          <p:nvPr/>
        </p:nvSpPr>
        <p:spPr>
          <a:xfrm xmlns:a="http://schemas.openxmlformats.org/drawingml/2006/main">
            <a:off x="9144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02 / 07</a:t>
            </a:r>
            <a:endParaRPr/>
          </a:p>
        </p:txBody>
      </p:sp>
      <p:sp>
        <p:nvSpPr>
          <p:cNvPr id="108" name="Google Shape;108;p14">
            <a:extLst xmlns:a="http://schemas.openxmlformats.org/drawingml/2006/main">
              <a:ext uri="{FF2B5EF4-FFF2-40B4-BE49-F238E27FC236}">
                <a16:creationId xmlns:a16="http://schemas.microsoft.com/office/drawing/2014/main" id="{7681E986-32BF-4F6B-B0D7-E82EE8E4AB55}"/>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09" name="Google Shape;109;p14">
            <a:extLst xmlns:a="http://schemas.openxmlformats.org/drawingml/2006/main">
              <a:ext uri="{FF2B5EF4-FFF2-40B4-BE49-F238E27FC236}">
                <a16:creationId xmlns:a16="http://schemas.microsoft.com/office/drawing/2014/main" id="{BADBA48E-2C3C-4CD7-A3C1-30FE99A25EC3}"/>
              </a:ext>
            </a:extLst>
          </p:cNvPr>
          <p:cNvSpPr>
            <a:spLocks xmlns:a="http://schemas.openxmlformats.org/drawingml/2006/main" noGrp="1"/>
          </p:cNvSpPr>
          <p:nvPr/>
        </p:nvSpPr>
        <p:spPr>
          <a:xfrm xmlns:a="http://schemas.openxmlformats.org/drawingml/2006/main">
            <a:off x="12801600" y="201168"/>
            <a:ext cx="45720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NEXT ▸ PMF</a:t>
            </a:r>
            <a:endParaRPr/>
          </a:p>
        </p:txBody>
      </p:sp>
      <p:sp>
        <p:nvSpPr>
          <p:cNvPr id="110" name="Google Shape;110;p14">
            <a:extLst xmlns:a="http://schemas.openxmlformats.org/drawingml/2006/main">
              <a:ext uri="{FF2B5EF4-FFF2-40B4-BE49-F238E27FC236}">
                <a16:creationId xmlns:a16="http://schemas.microsoft.com/office/drawing/2014/main" id="{76EC8AF0-91A8-46C8-9619-E9326D84EB7C}"/>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01 / 04</a:t>
            </a:r>
            <a:endParaRPr/>
          </a:p>
        </p:txBody>
      </p:sp>
      <p:sp>
        <p:nvSpPr>
          <p:cNvPr id="111" name="Google Shape;111;p14">
            <a:extLst xmlns:a="http://schemas.openxmlformats.org/drawingml/2006/main">
              <a:ext uri="{FF2B5EF4-FFF2-40B4-BE49-F238E27FC236}">
                <a16:creationId xmlns:a16="http://schemas.microsoft.com/office/drawing/2014/main" id="{7BCCE537-65B3-4A99-8083-A2E05B310299}"/>
              </a:ext>
            </a:extLst>
          </p:cNvPr>
          <p:cNvSpPr>
            <a:spLocks xmlns:a="http://schemas.openxmlformats.org/drawingml/2006/main" noGrp="1"/>
          </p:cNvSpPr>
          <p:nvPr/>
        </p:nvSpPr>
        <p:spPr>
          <a:xfrm xmlns:a="http://schemas.openxmlformats.org/drawingml/2006/main">
            <a:off x="914400" y="2103120"/>
            <a:ext cx="1645920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0000" b="1" i="0" u="none" strike="noStrike" cap="none">
                <a:solidFill>
                  <a:srgbClr val="0F0F0F"/>
                </a:solidFill>
                <a:latin typeface="Inter Tight"/>
                <a:ea typeface="Inter Tight"/>
                <a:cs typeface="Inter Tight"/>
              </a:rPr>
              <a:t>THE SOLUTION</a:t>
            </a:r>
            <a:endParaRPr/>
          </a:p>
        </p:txBody>
      </p:sp>
      <p:sp>
        <p:nvSpPr>
          <p:cNvPr id="112" name="Google Shape;112;p14">
            <a:extLst xmlns:a="http://schemas.openxmlformats.org/drawingml/2006/main">
              <a:ext uri="{FF2B5EF4-FFF2-40B4-BE49-F238E27FC236}">
                <a16:creationId xmlns:a16="http://schemas.microsoft.com/office/drawing/2014/main" id="{C8AC25D4-C6DB-495B-BBD9-30859022B09E}"/>
              </a:ext>
            </a:extLst>
          </p:cNvPr>
          <p:cNvSpPr>
            <a:spLocks xmlns:a="http://schemas.openxmlformats.org/drawingml/2006/main" noGrp="1"/>
          </p:cNvSpPr>
          <p:nvPr/>
        </p:nvSpPr>
        <p:spPr>
          <a:xfrm xmlns:a="http://schemas.openxmlformats.org/drawingml/2006/main">
            <a:off x="914400" y="3931920"/>
            <a:ext cx="1097280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2800" b="1" i="0" u="none" strike="noStrike" cap="none">
                <a:solidFill>
                  <a:srgbClr val="0F0F0F"/>
                </a:solidFill>
                <a:latin typeface="Instrument Sans"/>
                <a:ea typeface="Instrument Sans"/>
                <a:cs typeface="Instrument Sans"/>
              </a:rPr>
              <a:t>Two passports. Mutual consent. One private introduction.</a:t>
            </a:r>
            <a:endParaRPr/>
          </a:p>
        </p:txBody>
      </p:sp>
      <p:sp>
        <p:nvSpPr>
          <p:cNvPr id="113" name="Google Shape;113;p14">
            <a:extLst xmlns:a="http://schemas.openxmlformats.org/drawingml/2006/main">
              <a:ext uri="{FF2B5EF4-FFF2-40B4-BE49-F238E27FC236}">
                <a16:creationId xmlns:a16="http://schemas.microsoft.com/office/drawing/2014/main" id="{575838C8-E0E8-4B38-8E1E-F73F17AABCED}"/>
              </a:ext>
            </a:extLst>
          </p:cNvPr>
          <p:cNvSpPr>
            <a:spLocks xmlns:a="http://schemas.openxmlformats.org/drawingml/2006/main" noGrp="1"/>
          </p:cNvSpPr>
          <p:nvPr/>
        </p:nvSpPr>
        <p:spPr>
          <a:xfrm xmlns:a="http://schemas.openxmlformats.org/drawingml/2006/main">
            <a:off x="914400" y="4709160"/>
            <a:ext cx="11612880" cy="1351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2400">
                <a:solidFill>
                  <a:srgbClr val="2A2A2A"/>
                </a:solidFill>
                <a:latin typeface="Instrument Sans"/>
                <a:ea typeface="Instrument Sans"/>
                <a:cs typeface="Instrument Sans"/>
              </a:defRPr>
            </a:defPPr>
            <a:lvl1pPr>
              <a:buNone/>
              <a:defRPr sz="2400">
                <a:solidFill>
                  <a:srgbClr val="2A2A2A"/>
                </a:solidFill>
                <a:latin typeface="Instrument Sans"/>
                <a:ea typeface="Instrument Sans"/>
                <a:cs typeface="Instrument Sans"/>
              </a:defRPr>
            </a:lvl1pPr>
            <a:lvl2pPr>
              <a:buNone/>
              <a:defRPr sz="2400">
                <a:solidFill>
                  <a:srgbClr val="2A2A2A"/>
                </a:solidFill>
                <a:latin typeface="Instrument Sans"/>
                <a:ea typeface="Instrument Sans"/>
                <a:cs typeface="Instrument Sans"/>
              </a:defRPr>
            </a:lvl2pPr>
            <a:lvl3pPr>
              <a:buNone/>
              <a:defRPr sz="2400">
                <a:solidFill>
                  <a:srgbClr val="2A2A2A"/>
                </a:solidFill>
                <a:latin typeface="Instrument Sans"/>
                <a:ea typeface="Instrument Sans"/>
                <a:cs typeface="Instrument Sans"/>
              </a:defRPr>
            </a:lvl3pPr>
            <a:lvl4pPr>
              <a:buNone/>
              <a:defRPr sz="2400">
                <a:solidFill>
                  <a:srgbClr val="2A2A2A"/>
                </a:solidFill>
                <a:latin typeface="Instrument Sans"/>
                <a:ea typeface="Instrument Sans"/>
                <a:cs typeface="Instrument Sans"/>
              </a:defRPr>
            </a:lvl4pPr>
            <a:lvl5pPr>
              <a:buNone/>
              <a:defRPr sz="2400">
                <a:solidFill>
                  <a:srgbClr val="2A2A2A"/>
                </a:solidFill>
                <a:latin typeface="Instrument Sans"/>
                <a:ea typeface="Instrument Sans"/>
                <a:cs typeface="Instrument Sans"/>
              </a:defRPr>
            </a:lvl5pPr>
            <a:lvl6pPr>
              <a:buNone/>
              <a:defRPr sz="2400">
                <a:solidFill>
                  <a:srgbClr val="2A2A2A"/>
                </a:solidFill>
                <a:latin typeface="Instrument Sans"/>
                <a:ea typeface="Instrument Sans"/>
                <a:cs typeface="Instrument Sans"/>
              </a:defRPr>
            </a:lvl6pPr>
            <a:lvl7pPr>
              <a:buNone/>
              <a:defRPr sz="2400">
                <a:solidFill>
                  <a:srgbClr val="2A2A2A"/>
                </a:solidFill>
                <a:latin typeface="Instrument Sans"/>
                <a:ea typeface="Instrument Sans"/>
                <a:cs typeface="Instrument Sans"/>
              </a:defRPr>
            </a:lvl7pPr>
            <a:lvl8pPr>
              <a:buNone/>
              <a:defRPr sz="2400">
                <a:solidFill>
                  <a:srgbClr val="2A2A2A"/>
                </a:solidFill>
                <a:latin typeface="Instrument Sans"/>
                <a:ea typeface="Instrument Sans"/>
                <a:cs typeface="Instrument Sans"/>
              </a:defRPr>
            </a:lvl8pPr>
            <a:lvl9pPr>
              <a:buNone/>
              <a:defRPr sz="2400">
                <a:solidFill>
                  <a:srgbClr val="2A2A2A"/>
                </a:solidFill>
                <a:latin typeface="Instrument Sans"/>
                <a:ea typeface="Instrument Sans"/>
                <a:cs typeface="Instrument Sans"/>
              </a:defRPr>
            </a:lvl9pPr>
          </a:lstStyle>
          <a:p xmlns:a="http://schemas.openxmlformats.org/drawingml/2006/main">
            <a:pPr marL="411480" marR="0" lvl="0" indent="-411480" algn="l">
              <a:spcBef>
                <a:spcPts val="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Buyer Passport: prove ≥ €750k while keeping the exact balance private.</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Property Passport: issuer-attested marketing authority for this deal.</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Deal Passport: both passports and both consents unlock the dossier.</a:t>
            </a:r>
            <a:endParaRPr/>
          </a:p>
        </p:txBody>
      </p:sp>
      <p:sp>
        <p:nvSpPr>
          <p:cNvPr id="114" name="Google Shape;114;p14">
            <a:extLst xmlns:a="http://schemas.openxmlformats.org/drawingml/2006/main">
              <a:ext uri="{FF2B5EF4-FFF2-40B4-BE49-F238E27FC236}">
                <a16:creationId xmlns:a16="http://schemas.microsoft.com/office/drawing/2014/main" id="{119145C6-24F2-490C-A942-7F294DD00FAB}"/>
              </a:ext>
            </a:extLst>
          </p:cNvPr>
          <p:cNvSpPr>
            <a:spLocks xmlns:a="http://schemas.openxmlformats.org/drawingml/2006/main" noGrp="1"/>
          </p:cNvSpPr>
          <p:nvPr/>
        </p:nvSpPr>
        <p:spPr>
          <a:xfrm xmlns:a="http://schemas.openxmlformats.org/drawingml/2006/main">
            <a:off x="914400" y="7086600"/>
            <a:ext cx="10789920" cy="1051560"/>
          </a:xfrm>
          <a:prstGeom xmlns:a="http://schemas.openxmlformats.org/drawingml/2006/main" prst="roundRect">
            <a:avLst>
              <a:gd name="adj" fmla="val 22000"/>
            </a:avLst>
          </a:prstGeom>
          <a:solidFill xmlns:a="http://schemas.openxmlformats.org/drawingml/2006/main">
            <a:srgbClr val="FFFFFF"/>
          </a:solidFill>
          <a:ln xmlns:a="http://schemas.openxmlformats.org/drawingml/2006/main" w="38100" cap="flat" cmpd="sng">
            <a:solidFill>
              <a:srgbClr val="FDDA24"/>
            </a:solidFill>
            <a:prstDash val="solid"/>
            <a:round/>
            <a:headEnd type="none" w="sm" len="sm"/>
            <a:tailEnd type="none" w="sm" len="sm"/>
          </a:ln>
        </p:spPr>
        <p:txBody>
          <a:bodyPr xmlns:a="http://schemas.openxmlformats.org/drawingml/2006/main" spcFirstLastPara="1" wrap="square" lIns="365750" tIns="0" rIns="365750" bIns="0" anchor="ctr">
            <a:noAutofit/>
          </a:bodyPr>
          <a:lstStyle xmlns:a="http://schemas.openxmlformats.org/drawingml/2006/main"/>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€900k buyer qualifies; underfunded and expired credentials fail.</a:t>
            </a:r>
            <a:endParaRPr/>
          </a:p>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The dossier opens only after both participants consent.</a:t>
            </a:r>
            <a:endParaRPr/>
          </a:p>
        </p:txBody>
      </p:sp>
      <p:sp>
        <p:nvSpPr>
          <p:cNvPr id="115" name="Google Shape;115;p14">
            <a:extLst xmlns:a="http://schemas.openxmlformats.org/drawingml/2006/main">
              <a:ext uri="{FF2B5EF4-FFF2-40B4-BE49-F238E27FC236}">
                <a16:creationId xmlns:a16="http://schemas.microsoft.com/office/drawing/2014/main" id="{0907B409-EB4C-4A63-8288-9089BBF80F81}"/>
              </a:ext>
            </a:extLst>
          </p:cNvPr>
          <p:cNvSpPr>
            <a:spLocks xmlns:a="http://schemas.openxmlformats.org/drawingml/2006/main" noGrp="1"/>
          </p:cNvSpPr>
          <p:nvPr/>
        </p:nvSpPr>
        <p:spPr>
          <a:xfrm xmlns:a="http://schemas.openxmlformats.org/drawingml/2006/main">
            <a:off x="12893040" y="4023360"/>
            <a:ext cx="4480560" cy="2597771"/>
          </a:xfrm>
          <a:custGeom xmlns:a="http://schemas.openxmlformats.org/drawingml/2006/main">
            <a:rect l="l" t="t" r="r" b="b"/>
            <a:pathLst>
              <a:path w="4480560" h="2597771">
                <a:moveTo>
                  <a:pt x="0" y="0"/>
                </a:moveTo>
                <a:lnTo>
                  <a:pt x="0" y="1000976"/>
                </a:lnTo>
                <a:lnTo>
                  <a:pt x="2240280" y="2597771"/>
                </a:lnTo>
                <a:lnTo>
                  <a:pt x="4480560" y="1000976"/>
                </a:lnTo>
                <a:lnTo>
                  <a:pt x="4480560" y="0"/>
                </a:lnTo>
                <a:lnTo>
                  <a:pt x="2240280" y="1358467"/>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16" name="Google Shape;116;p14">
            <a:extLst xmlns:a="http://schemas.openxmlformats.org/drawingml/2006/main">
              <a:ext uri="{FF2B5EF4-FFF2-40B4-BE49-F238E27FC236}">
                <a16:creationId xmlns:a16="http://schemas.microsoft.com/office/drawing/2014/main" id="{CADFC95E-9482-46B0-AABD-F263E4F80973}"/>
              </a:ext>
            </a:extLst>
          </p:cNvPr>
          <p:cNvSpPr>
            <a:spLocks xmlns:a="http://schemas.openxmlformats.org/drawingml/2006/main" noGrp="1"/>
          </p:cNvSpPr>
          <p:nvPr/>
        </p:nvSpPr>
        <p:spPr>
          <a:xfrm xmlns:a="http://schemas.openxmlformats.org/drawingml/2006/main">
            <a:off x="12893040" y="5882315"/>
            <a:ext cx="1310802" cy="1620628"/>
          </a:xfrm>
          <a:custGeom xmlns:a="http://schemas.openxmlformats.org/drawingml/2006/main">
            <a:rect l="l" t="t" r="r" b="b"/>
            <a:pathLst>
              <a:path w="1310802" h="1620628">
                <a:moveTo>
                  <a:pt x="0" y="0"/>
                </a:moveTo>
                <a:lnTo>
                  <a:pt x="0" y="1620628"/>
                </a:lnTo>
                <a:lnTo>
                  <a:pt x="1310802"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17" name="Google Shape;117;p14">
            <a:extLst xmlns:a="http://schemas.openxmlformats.org/drawingml/2006/main">
              <a:ext uri="{FF2B5EF4-FFF2-40B4-BE49-F238E27FC236}">
                <a16:creationId xmlns:a16="http://schemas.microsoft.com/office/drawing/2014/main" id="{9CD542A6-8DEB-4898-A281-8402746B1D0E}"/>
              </a:ext>
            </a:extLst>
          </p:cNvPr>
          <p:cNvSpPr>
            <a:spLocks xmlns:a="http://schemas.openxmlformats.org/drawingml/2006/main" noGrp="1"/>
          </p:cNvSpPr>
          <p:nvPr/>
        </p:nvSpPr>
        <p:spPr>
          <a:xfrm xmlns:a="http://schemas.openxmlformats.org/drawingml/2006/main">
            <a:off x="16062797" y="5882315"/>
            <a:ext cx="1310803" cy="1620628"/>
          </a:xfrm>
          <a:custGeom xmlns:a="http://schemas.openxmlformats.org/drawingml/2006/main">
            <a:rect l="l" t="t" r="r" b="b"/>
            <a:pathLst>
              <a:path w="1310803" h="1620628">
                <a:moveTo>
                  <a:pt x="1310803" y="0"/>
                </a:moveTo>
                <a:lnTo>
                  <a:pt x="1310803" y="1620628"/>
                </a:lnTo>
                <a:lnTo>
                  <a:pt x="0"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18" name="Google Shape;118;p14">
            <a:extLst xmlns:a="http://schemas.openxmlformats.org/drawingml/2006/main">
              <a:ext uri="{FF2B5EF4-FFF2-40B4-BE49-F238E27FC236}">
                <a16:creationId xmlns:a16="http://schemas.microsoft.com/office/drawing/2014/main" id="{A3FE0BC3-2E75-4D4E-9B66-C1A94E6646F2}"/>
              </a:ext>
            </a:extLst>
          </p:cNvPr>
          <p:cNvSpPr>
            <a:spLocks xmlns:a="http://schemas.openxmlformats.org/drawingml/2006/main" noGrp="1"/>
          </p:cNvSpPr>
          <p:nvPr/>
        </p:nvSpPr>
        <p:spPr>
          <a:xfrm xmlns:a="http://schemas.openxmlformats.org/drawingml/2006/main" rot="5400000">
            <a:off x="15133320" y="7498079"/>
            <a:ext cx="502920" cy="5029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19" name="Google Shape;119;p14">
            <a:extLst xmlns:a="http://schemas.openxmlformats.org/drawingml/2006/main">
              <a:ext uri="{FF2B5EF4-FFF2-40B4-BE49-F238E27FC236}">
                <a16:creationId xmlns:a16="http://schemas.microsoft.com/office/drawing/2014/main" id="{6A459216-0876-486B-B38E-114B6197E706}"/>
              </a:ext>
            </a:extLst>
          </p:cNvPr>
          <p:cNvSpPr>
            <a:spLocks xmlns:a="http://schemas.openxmlformats.org/drawingml/2006/main" noGrp="1"/>
          </p:cNvSpPr>
          <p:nvPr/>
        </p:nvSpPr>
        <p:spPr>
          <a:xfrm xmlns:a="http://schemas.openxmlformats.org/drawingml/2006/main" rot="5400000">
            <a:off x="15611094" y="7498079"/>
            <a:ext cx="502920" cy="5029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20" name="Google Shape;120;p14">
            <a:extLst xmlns:a="http://schemas.openxmlformats.org/drawingml/2006/main">
              <a:ext uri="{FF2B5EF4-FFF2-40B4-BE49-F238E27FC236}">
                <a16:creationId xmlns:a16="http://schemas.microsoft.com/office/drawing/2014/main" id="{D457603E-45EF-4622-9F0F-76F2C3D6BE00}"/>
              </a:ext>
            </a:extLst>
          </p:cNvPr>
          <p:cNvSpPr>
            <a:spLocks xmlns:a="http://schemas.openxmlformats.org/drawingml/2006/main" noGrp="1"/>
          </p:cNvSpPr>
          <p:nvPr/>
        </p:nvSpPr>
        <p:spPr>
          <a:xfrm xmlns:a="http://schemas.openxmlformats.org/drawingml/2006/main" rot="5400000">
            <a:off x="16088867" y="7498079"/>
            <a:ext cx="502920" cy="5029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21" name="Google Shape;121;p14">
            <a:extLst xmlns:a="http://schemas.openxmlformats.org/drawingml/2006/main">
              <a:ext uri="{FF2B5EF4-FFF2-40B4-BE49-F238E27FC236}">
                <a16:creationId xmlns:a16="http://schemas.microsoft.com/office/drawing/2014/main" id="{A9CA88B7-E994-43ED-8C8D-34932C8B4232}"/>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22" name="Google Shape;122;p14">
            <a:extLst xmlns:a="http://schemas.openxmlformats.org/drawingml/2006/main">
              <a:ext uri="{FF2B5EF4-FFF2-40B4-BE49-F238E27FC236}">
                <a16:creationId xmlns:a16="http://schemas.microsoft.com/office/drawing/2014/main" id="{4BDFE980-D927-4EE4-ADDC-EA1789DB6742}"/>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23" name="Google Shape;123;p14">
            <a:extLst xmlns:a="http://schemas.openxmlformats.org/drawingml/2006/main">
              <a:ext uri="{FF2B5EF4-FFF2-40B4-BE49-F238E27FC236}">
                <a16:creationId xmlns:a16="http://schemas.microsoft.com/office/drawing/2014/main" id="{9C10A9D5-F706-4F81-B3CB-0FFC194446F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f2b438052714ac4">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24" name="MVP target / Synthetic credentials / Res">
            <a:extLst xmlns:a="http://schemas.openxmlformats.org/drawingml/2006/main">
              <a:ext uri="{FF2B5EF4-FFF2-40B4-BE49-F238E27FC236}">
                <a16:creationId xmlns:a16="http://schemas.microsoft.com/office/drawing/2014/main" id="{CDDD72DE-ED6D-40A2-B14F-4852985CDD99}"/>
              </a:ext>
            </a:extLst>
          </p:cNvPr>
          <p:cNvSpPr>
            <a:spLocks xmlns:a="http://schemas.openxmlformats.org/drawingml/2006/main" noGrp="1"/>
          </p:cNvSpPr>
          <p:nvPr/>
        </p:nvSpPr>
        <p:spPr>
          <a:xfrm xmlns:a="http://schemas.openxmlformats.org/drawingml/2006/main">
            <a:off x="914400" y="84201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00">
                <a:solidFill>
                  <a:srgbClr val="5C5C5C"/>
                </a:solidFill>
                <a:latin typeface="JetBrains Mono"/>
                <a:ea typeface="JetBrains Mono"/>
                <a:cs typeface="JetBrains Mono"/>
              </a:defRPr>
            </a:defPPr>
            <a:lvl1pPr>
              <a:buNone/>
              <a:defRPr sz="1400">
                <a:solidFill>
                  <a:srgbClr val="5C5C5C"/>
                </a:solidFill>
                <a:latin typeface="JetBrains Mono"/>
                <a:ea typeface="JetBrains Mono"/>
                <a:cs typeface="JetBrains Mono"/>
              </a:defRPr>
            </a:lvl1pPr>
            <a:lvl2pPr>
              <a:buNone/>
              <a:defRPr sz="1400">
                <a:solidFill>
                  <a:srgbClr val="5C5C5C"/>
                </a:solidFill>
                <a:latin typeface="JetBrains Mono"/>
                <a:ea typeface="JetBrains Mono"/>
                <a:cs typeface="JetBrains Mono"/>
              </a:defRPr>
            </a:lvl2pPr>
            <a:lvl3pPr>
              <a:buNone/>
              <a:defRPr sz="1400">
                <a:solidFill>
                  <a:srgbClr val="5C5C5C"/>
                </a:solidFill>
                <a:latin typeface="JetBrains Mono"/>
                <a:ea typeface="JetBrains Mono"/>
                <a:cs typeface="JetBrains Mono"/>
              </a:defRPr>
            </a:lvl3pPr>
            <a:lvl4pPr>
              <a:buNone/>
              <a:defRPr sz="1400">
                <a:solidFill>
                  <a:srgbClr val="5C5C5C"/>
                </a:solidFill>
                <a:latin typeface="JetBrains Mono"/>
                <a:ea typeface="JetBrains Mono"/>
                <a:cs typeface="JetBrains Mono"/>
              </a:defRPr>
            </a:lvl4pPr>
            <a:lvl5pPr>
              <a:buNone/>
              <a:defRPr sz="1400">
                <a:solidFill>
                  <a:srgbClr val="5C5C5C"/>
                </a:solidFill>
                <a:latin typeface="JetBrains Mono"/>
                <a:ea typeface="JetBrains Mono"/>
                <a:cs typeface="JetBrains Mono"/>
              </a:defRPr>
            </a:lvl5pPr>
            <a:lvl6pPr>
              <a:buNone/>
              <a:defRPr sz="1400">
                <a:solidFill>
                  <a:srgbClr val="5C5C5C"/>
                </a:solidFill>
                <a:latin typeface="JetBrains Mono"/>
                <a:ea typeface="JetBrains Mono"/>
                <a:cs typeface="JetBrains Mono"/>
              </a:defRPr>
            </a:lvl6pPr>
            <a:lvl7pPr>
              <a:buNone/>
              <a:defRPr sz="1400">
                <a:solidFill>
                  <a:srgbClr val="5C5C5C"/>
                </a:solidFill>
                <a:latin typeface="JetBrains Mono"/>
                <a:ea typeface="JetBrains Mono"/>
                <a:cs typeface="JetBrains Mono"/>
              </a:defRPr>
            </a:lvl7pPr>
            <a:lvl8pPr>
              <a:buNone/>
              <a:defRPr sz="1400">
                <a:solidFill>
                  <a:srgbClr val="5C5C5C"/>
                </a:solidFill>
                <a:latin typeface="JetBrains Mono"/>
                <a:ea typeface="JetBrains Mono"/>
                <a:cs typeface="JetBrains Mono"/>
              </a:defRPr>
            </a:lvl8pPr>
            <a:lvl9pPr>
              <a:buNone/>
              <a:defRPr sz="1400">
                <a:solidFill>
                  <a:srgbClr val="5C5C5C"/>
                </a:solidFill>
                <a:latin typeface="JetBrains Mono"/>
                <a:ea typeface="JetBrains Mono"/>
                <a:cs typeface="JetBrains Mono"/>
              </a:defRPr>
            </a:lvl9pPr>
          </a:lstStyle>
          <a:p xmlns:a="http://schemas.openxmlformats.org/drawingml/2006/main">
            <a:pPr>
              <a:buNone/>
              <a:defRPr sz="1400">
                <a:solidFill>
                  <a:srgbClr val="5C5C5C"/>
                </a:solidFill>
                <a:latin typeface="JetBrains Mono"/>
                <a:ea typeface="JetBrains Mono"/>
                <a:cs typeface="JetBrains Mono"/>
              </a:defRPr>
            </a:pPr>
            <a:r>
              <a:rPr sz="1400">
                <a:solidFill>
                  <a:srgbClr val="5C5C5C"/>
                </a:solidFill>
                <a:latin typeface="JetBrains Mono"/>
                <a:ea typeface="JetBrains Mono"/>
                <a:cs typeface="JetBrains Mono"/>
              </a:rPr>
              <a:t>Live Testnet MVP / Synthetic credentials / No real bank or registry integration</a:t>
            </a:r>
          </a:p>
        </p:txBody>
      </p:sp>
      <p:pic>
        <p:nvPicPr>
          <p:cNvPr id="125" name="">
            <a:extLst xmlns:a="http://schemas.openxmlformats.org/drawingml/2006/main">
              <a:ext uri="{FF2B5EF4-FFF2-40B4-BE49-F238E27FC236}">
                <a16:creationId xmlns:a16="http://schemas.microsoft.com/office/drawing/2014/main" id="{CF4F16AF-9A70-44BE-8857-27B23E3F59BD}"/>
              </a:ext>
            </a:extLst>
          </p:cNvPr>
          <p:cNvPicPr>
            <a:picLocks xmlns:a="http://schemas.openxmlformats.org/drawingml/2006/main" noChangeAspect="1"/>
          </p:cNvPicPr>
          <p:nvPr/>
        </p:nvPicPr>
        <p:blipFill>
          <a:blip xmlns:r="http://schemas.openxmlformats.org/officeDocument/2006/relationships" xmlns:a="http://schemas.openxmlformats.org/drawingml/2006/main" r:embed="R9ef71a2ae1214319"/>
          <a:srcRect xmlns:a="http://schemas.openxmlformats.org/drawingml/2006/main" l="0" t="0" r="0" b="0"/>
          <a:stretch xmlns:a="http://schemas.openxmlformats.org/drawingml/2006/main"/>
        </p:blipFill>
        <p:spPr>
          <a:xfrm xmlns:a="http://schemas.openxmlformats.org/drawingml/2006/main">
            <a:off x="12611100" y="3238500"/>
            <a:ext cx="4762500" cy="4095750"/>
          </a:xfrm>
          <a:prstGeom xmlns:a="http://schemas.openxmlformats.org/drawingml/2006/main" prst="rect">
            <a:avLst/>
          </a:prstGeom>
        </p:spPr>
      </p:pic>
    </p:spTree>
    <p:extLst>
      <p:ext uri="{BB962C8B-B14F-4D97-AF65-F5344CB8AC3E}">
        <p14:creationId xmlns:p14="http://schemas.microsoft.com/office/powerpoint/2010/main" val="1647592227"/>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28" name="Google Shape;128;p15">
            <a:extLst xmlns:a="http://schemas.openxmlformats.org/drawingml/2006/main">
              <a:ext uri="{FF2B5EF4-FFF2-40B4-BE49-F238E27FC236}">
                <a16:creationId xmlns:a16="http://schemas.microsoft.com/office/drawing/2014/main" id="{1CACCFF2-0859-4175-AD1A-FDB4040A99E5}"/>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29" name="Google Shape;129;p15">
            <a:extLst xmlns:a="http://schemas.openxmlformats.org/drawingml/2006/main">
              <a:ext uri="{FF2B5EF4-FFF2-40B4-BE49-F238E27FC236}">
                <a16:creationId xmlns:a16="http://schemas.microsoft.com/office/drawing/2014/main" id="{EA7AACF9-18C1-46D0-B3CF-6B42825C6B64}"/>
              </a:ext>
            </a:extLst>
          </p:cNvPr>
          <p:cNvSpPr>
            <a:spLocks xmlns:a="http://schemas.openxmlformats.org/drawingml/2006/main" noGrp="1"/>
          </p:cNvSpPr>
          <p:nvPr/>
        </p:nvSpPr>
        <p:spPr>
          <a:xfrm xmlns:a="http://schemas.openxmlformats.org/drawingml/2006/main">
            <a:off x="9144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03 / 07</a:t>
            </a:r>
            <a:endParaRPr/>
          </a:p>
        </p:txBody>
      </p:sp>
      <p:sp>
        <p:nvSpPr>
          <p:cNvPr id="130" name="Google Shape;130;p15">
            <a:extLst xmlns:a="http://schemas.openxmlformats.org/drawingml/2006/main">
              <a:ext uri="{FF2B5EF4-FFF2-40B4-BE49-F238E27FC236}">
                <a16:creationId xmlns:a16="http://schemas.microsoft.com/office/drawing/2014/main" id="{FE8A7E03-136E-4755-9831-C18A1B7BE522}"/>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31" name="Google Shape;131;p15">
            <a:extLst xmlns:a="http://schemas.openxmlformats.org/drawingml/2006/main">
              <a:ext uri="{FF2B5EF4-FFF2-40B4-BE49-F238E27FC236}">
                <a16:creationId xmlns:a16="http://schemas.microsoft.com/office/drawing/2014/main" id="{5BC347B0-B6EC-4692-81F3-207EACA60607}"/>
              </a:ext>
            </a:extLst>
          </p:cNvPr>
          <p:cNvSpPr>
            <a:spLocks xmlns:a="http://schemas.openxmlformats.org/drawingml/2006/main" noGrp="1"/>
          </p:cNvSpPr>
          <p:nvPr/>
        </p:nvSpPr>
        <p:spPr>
          <a:xfrm xmlns:a="http://schemas.openxmlformats.org/drawingml/2006/main">
            <a:off x="128016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NEXT ▸ MARKET &amp; NOVELTY</a:t>
            </a:r>
            <a:endParaRPr/>
          </a:p>
        </p:txBody>
      </p:sp>
      <p:sp>
        <p:nvSpPr>
          <p:cNvPr id="132" name="Google Shape;132;p15">
            <a:extLst xmlns:a="http://schemas.openxmlformats.org/drawingml/2006/main">
              <a:ext uri="{FF2B5EF4-FFF2-40B4-BE49-F238E27FC236}">
                <a16:creationId xmlns:a16="http://schemas.microsoft.com/office/drawing/2014/main" id="{F8A13CF1-A25D-4E32-8102-EFA29F5F2016}"/>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02 / 04</a:t>
            </a:r>
            <a:endParaRPr/>
          </a:p>
        </p:txBody>
      </p:sp>
      <p:sp>
        <p:nvSpPr>
          <p:cNvPr id="133" name="Google Shape;133;p15">
            <a:extLst xmlns:a="http://schemas.openxmlformats.org/drawingml/2006/main">
              <a:ext uri="{FF2B5EF4-FFF2-40B4-BE49-F238E27FC236}">
                <a16:creationId xmlns:a16="http://schemas.microsoft.com/office/drawing/2014/main" id="{F9D48B34-6046-4D6A-84F4-E543FF41D241}"/>
              </a:ext>
            </a:extLst>
          </p:cNvPr>
          <p:cNvSpPr>
            <a:spLocks xmlns:a="http://schemas.openxmlformats.org/drawingml/2006/main" noGrp="1"/>
          </p:cNvSpPr>
          <p:nvPr/>
        </p:nvSpPr>
        <p:spPr>
          <a:xfrm xmlns:a="http://schemas.openxmlformats.org/drawingml/2006/main">
            <a:off x="914400" y="2103120"/>
            <a:ext cx="1645920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0000" b="1" i="0" u="none" strike="noStrike" cap="none">
                <a:solidFill>
                  <a:srgbClr val="0F0F0F"/>
                </a:solidFill>
                <a:latin typeface="Inter Tight"/>
                <a:ea typeface="Inter Tight"/>
                <a:cs typeface="Inter Tight"/>
              </a:rPr>
              <a:t>PMF</a:t>
            </a:r>
            <a:endParaRPr/>
          </a:p>
        </p:txBody>
      </p:sp>
      <p:sp>
        <p:nvSpPr>
          <p:cNvPr id="134" name="Google Shape;134;p15">
            <a:extLst xmlns:a="http://schemas.openxmlformats.org/drawingml/2006/main">
              <a:ext uri="{FF2B5EF4-FFF2-40B4-BE49-F238E27FC236}">
                <a16:creationId xmlns:a16="http://schemas.microsoft.com/office/drawing/2014/main" id="{46711E22-7820-4DB1-B281-EECD6361D54B}"/>
              </a:ext>
            </a:extLst>
          </p:cNvPr>
          <p:cNvSpPr>
            <a:spLocks xmlns:a="http://schemas.openxmlformats.org/drawingml/2006/main" noGrp="1"/>
          </p:cNvSpPr>
          <p:nvPr/>
        </p:nvSpPr>
        <p:spPr>
          <a:xfrm xmlns:a="http://schemas.openxmlformats.org/drawingml/2006/main">
            <a:off x="914400" y="3931920"/>
            <a:ext cx="1097280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2800" b="1" i="0" u="none" strike="noStrike" cap="none">
                <a:solidFill>
                  <a:srgbClr val="0F0F0F"/>
                </a:solidFill>
                <a:latin typeface="Instrument Sans"/>
                <a:ea typeface="Instrument Sans"/>
                <a:cs typeface="Instrument Sans"/>
              </a:rPr>
              <a:t>Private deals stall when neither side wants to reveal first</a:t>
            </a:r>
            <a:endParaRPr/>
          </a:p>
        </p:txBody>
      </p:sp>
      <p:sp>
        <p:nvSpPr>
          <p:cNvPr id="135" name="Google Shape;135;p15">
            <a:extLst xmlns:a="http://schemas.openxmlformats.org/drawingml/2006/main">
              <a:ext uri="{FF2B5EF4-FFF2-40B4-BE49-F238E27FC236}">
                <a16:creationId xmlns:a16="http://schemas.microsoft.com/office/drawing/2014/main" id="{C9CD2F9F-16B4-4510-9D95-C313CC3C4553}"/>
              </a:ext>
            </a:extLst>
          </p:cNvPr>
          <p:cNvSpPr>
            <a:spLocks xmlns:a="http://schemas.openxmlformats.org/drawingml/2006/main" noGrp="1"/>
          </p:cNvSpPr>
          <p:nvPr/>
        </p:nvSpPr>
        <p:spPr>
          <a:xfrm xmlns:a="http://schemas.openxmlformats.org/drawingml/2006/main">
            <a:off x="914400" y="4709160"/>
            <a:ext cx="11612880" cy="1351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2400">
                <a:solidFill>
                  <a:srgbClr val="2A2A2A"/>
                </a:solidFill>
                <a:latin typeface="Instrument Sans"/>
                <a:ea typeface="Instrument Sans"/>
                <a:cs typeface="Instrument Sans"/>
              </a:defRPr>
            </a:defPPr>
            <a:lvl1pPr>
              <a:buNone/>
              <a:defRPr sz="2400">
                <a:solidFill>
                  <a:srgbClr val="2A2A2A"/>
                </a:solidFill>
                <a:latin typeface="Instrument Sans"/>
                <a:ea typeface="Instrument Sans"/>
                <a:cs typeface="Instrument Sans"/>
              </a:defRPr>
            </a:lvl1pPr>
            <a:lvl2pPr>
              <a:buNone/>
              <a:defRPr sz="2400">
                <a:solidFill>
                  <a:srgbClr val="2A2A2A"/>
                </a:solidFill>
                <a:latin typeface="Instrument Sans"/>
                <a:ea typeface="Instrument Sans"/>
                <a:cs typeface="Instrument Sans"/>
              </a:defRPr>
            </a:lvl2pPr>
            <a:lvl3pPr>
              <a:buNone/>
              <a:defRPr sz="2400">
                <a:solidFill>
                  <a:srgbClr val="2A2A2A"/>
                </a:solidFill>
                <a:latin typeface="Instrument Sans"/>
                <a:ea typeface="Instrument Sans"/>
                <a:cs typeface="Instrument Sans"/>
              </a:defRPr>
            </a:lvl3pPr>
            <a:lvl4pPr>
              <a:buNone/>
              <a:defRPr sz="2400">
                <a:solidFill>
                  <a:srgbClr val="2A2A2A"/>
                </a:solidFill>
                <a:latin typeface="Instrument Sans"/>
                <a:ea typeface="Instrument Sans"/>
                <a:cs typeface="Instrument Sans"/>
              </a:defRPr>
            </a:lvl4pPr>
            <a:lvl5pPr>
              <a:buNone/>
              <a:defRPr sz="2400">
                <a:solidFill>
                  <a:srgbClr val="2A2A2A"/>
                </a:solidFill>
                <a:latin typeface="Instrument Sans"/>
                <a:ea typeface="Instrument Sans"/>
                <a:cs typeface="Instrument Sans"/>
              </a:defRPr>
            </a:lvl5pPr>
            <a:lvl6pPr>
              <a:buNone/>
              <a:defRPr sz="2400">
                <a:solidFill>
                  <a:srgbClr val="2A2A2A"/>
                </a:solidFill>
                <a:latin typeface="Instrument Sans"/>
                <a:ea typeface="Instrument Sans"/>
                <a:cs typeface="Instrument Sans"/>
              </a:defRPr>
            </a:lvl6pPr>
            <a:lvl7pPr>
              <a:buNone/>
              <a:defRPr sz="2400">
                <a:solidFill>
                  <a:srgbClr val="2A2A2A"/>
                </a:solidFill>
                <a:latin typeface="Instrument Sans"/>
                <a:ea typeface="Instrument Sans"/>
                <a:cs typeface="Instrument Sans"/>
              </a:defRPr>
            </a:lvl7pPr>
            <a:lvl8pPr>
              <a:buNone/>
              <a:defRPr sz="2400">
                <a:solidFill>
                  <a:srgbClr val="2A2A2A"/>
                </a:solidFill>
                <a:latin typeface="Instrument Sans"/>
                <a:ea typeface="Instrument Sans"/>
                <a:cs typeface="Instrument Sans"/>
              </a:defRPr>
            </a:lvl8pPr>
            <a:lvl9pPr>
              <a:buNone/>
              <a:defRPr sz="2400">
                <a:solidFill>
                  <a:srgbClr val="2A2A2A"/>
                </a:solidFill>
                <a:latin typeface="Instrument Sans"/>
                <a:ea typeface="Instrument Sans"/>
                <a:cs typeface="Instrument Sans"/>
              </a:defRPr>
            </a:lvl9pPr>
          </a:lstStyle>
          <a:p xmlns:a="http://schemas.openxmlformats.org/drawingml/2006/main">
            <a:pPr marL="411480" marR="0" lvl="0" indent="-411480" algn="l">
              <a:spcBef>
                <a:spcPts val="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Customer: off-market platforms and licensed brokers in Portugal.</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Pain: repeated proof-of-funds checks and premature document sharing.</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Pilot pricing hypothesis: €89/month or per-verification fees.</a:t>
            </a:r>
            <a:endParaRPr/>
          </a:p>
        </p:txBody>
      </p:sp>
      <p:sp>
        <p:nvSpPr>
          <p:cNvPr id="136" name="Google Shape;136;p15">
            <a:extLst xmlns:a="http://schemas.openxmlformats.org/drawingml/2006/main">
              <a:ext uri="{FF2B5EF4-FFF2-40B4-BE49-F238E27FC236}">
                <a16:creationId xmlns:a16="http://schemas.microsoft.com/office/drawing/2014/main" id="{4050DBC0-6091-47E0-B7A9-EAA8BCA99F7A}"/>
              </a:ext>
            </a:extLst>
          </p:cNvPr>
          <p:cNvSpPr>
            <a:spLocks xmlns:a="http://schemas.openxmlformats.org/drawingml/2006/main" noGrp="1"/>
          </p:cNvSpPr>
          <p:nvPr/>
        </p:nvSpPr>
        <p:spPr>
          <a:xfrm xmlns:a="http://schemas.openxmlformats.org/drawingml/2006/main">
            <a:off x="914400" y="7086600"/>
            <a:ext cx="10789920" cy="1051560"/>
          </a:xfrm>
          <a:prstGeom xmlns:a="http://schemas.openxmlformats.org/drawingml/2006/main" prst="roundRect">
            <a:avLst>
              <a:gd name="adj" fmla="val 22000"/>
            </a:avLst>
          </a:prstGeom>
          <a:solidFill xmlns:a="http://schemas.openxmlformats.org/drawingml/2006/main">
            <a:srgbClr val="FFFFFF"/>
          </a:solidFill>
          <a:ln xmlns:a="http://schemas.openxmlformats.org/drawingml/2006/main" w="38100" cap="flat" cmpd="sng">
            <a:solidFill>
              <a:srgbClr val="FDDA24"/>
            </a:solidFill>
            <a:prstDash val="solid"/>
            <a:round/>
            <a:headEnd type="none" w="sm" len="sm"/>
            <a:tailEnd type="none" w="sm" len="sm"/>
          </a:ln>
        </p:spPr>
        <p:txBody>
          <a:bodyPr xmlns:a="http://schemas.openxmlformats.org/drawingml/2006/main" spcFirstLastPara="1" wrap="square" lIns="365750" tIns="0" rIns="365750" bIns="0" anchor="ctr">
            <a:noAutofit/>
          </a:bodyPr>
          <a:lstStyle xmlns:a="http://schemas.openxmlformats.org/drawingml/2006/main"/>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Portugal, 2025: 169,812 home sales / €41.2B</a:t>
            </a:r>
            <a:endParaRPr/>
          </a:p>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All home sales. Market context only. PMF remains unvalidated.</a:t>
            </a:r>
            <a:endParaRPr/>
          </a:p>
        </p:txBody>
      </p:sp>
      <p:sp>
        <p:nvSpPr>
          <p:cNvPr id="137" name="Google Shape;137;p15">
            <a:extLst xmlns:a="http://schemas.openxmlformats.org/drawingml/2006/main">
              <a:ext uri="{FF2B5EF4-FFF2-40B4-BE49-F238E27FC236}">
                <a16:creationId xmlns:a16="http://schemas.microsoft.com/office/drawing/2014/main" id="{74F228A4-C746-4172-9FB0-86AEC9DA356F}"/>
              </a:ext>
            </a:extLst>
          </p:cNvPr>
          <p:cNvSpPr>
            <a:spLocks xmlns:a="http://schemas.openxmlformats.org/drawingml/2006/main" noGrp="1"/>
          </p:cNvSpPr>
          <p:nvPr/>
        </p:nvSpPr>
        <p:spPr>
          <a:xfrm xmlns:a="http://schemas.openxmlformats.org/drawingml/2006/main">
            <a:off x="12893040" y="4023360"/>
            <a:ext cx="4480560" cy="2597771"/>
          </a:xfrm>
          <a:custGeom xmlns:a="http://schemas.openxmlformats.org/drawingml/2006/main">
            <a:rect l="l" t="t" r="r" b="b"/>
            <a:pathLst>
              <a:path w="4480560" h="2597771">
                <a:moveTo>
                  <a:pt x="0" y="0"/>
                </a:moveTo>
                <a:lnTo>
                  <a:pt x="0" y="1000976"/>
                </a:lnTo>
                <a:lnTo>
                  <a:pt x="2240280" y="2597771"/>
                </a:lnTo>
                <a:lnTo>
                  <a:pt x="4480560" y="1000976"/>
                </a:lnTo>
                <a:lnTo>
                  <a:pt x="4480560" y="0"/>
                </a:lnTo>
                <a:lnTo>
                  <a:pt x="2240280" y="1358467"/>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38" name="Google Shape;138;p15">
            <a:extLst xmlns:a="http://schemas.openxmlformats.org/drawingml/2006/main">
              <a:ext uri="{FF2B5EF4-FFF2-40B4-BE49-F238E27FC236}">
                <a16:creationId xmlns:a16="http://schemas.microsoft.com/office/drawing/2014/main" id="{2E0B6FF8-3448-46FD-9EA1-839F36DB9CA0}"/>
              </a:ext>
            </a:extLst>
          </p:cNvPr>
          <p:cNvSpPr>
            <a:spLocks xmlns:a="http://schemas.openxmlformats.org/drawingml/2006/main" noGrp="1"/>
          </p:cNvSpPr>
          <p:nvPr/>
        </p:nvSpPr>
        <p:spPr>
          <a:xfrm xmlns:a="http://schemas.openxmlformats.org/drawingml/2006/main">
            <a:off x="12893040" y="5882315"/>
            <a:ext cx="1310802" cy="1620628"/>
          </a:xfrm>
          <a:custGeom xmlns:a="http://schemas.openxmlformats.org/drawingml/2006/main">
            <a:rect l="l" t="t" r="r" b="b"/>
            <a:pathLst>
              <a:path w="1310802" h="1620628">
                <a:moveTo>
                  <a:pt x="0" y="0"/>
                </a:moveTo>
                <a:lnTo>
                  <a:pt x="0" y="1620628"/>
                </a:lnTo>
                <a:lnTo>
                  <a:pt x="1310802"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39" name="Google Shape;139;p15">
            <a:extLst xmlns:a="http://schemas.openxmlformats.org/drawingml/2006/main">
              <a:ext uri="{FF2B5EF4-FFF2-40B4-BE49-F238E27FC236}">
                <a16:creationId xmlns:a16="http://schemas.microsoft.com/office/drawing/2014/main" id="{B8FB9B13-CCB3-4F02-B634-D4975EA775EB}"/>
              </a:ext>
            </a:extLst>
          </p:cNvPr>
          <p:cNvSpPr>
            <a:spLocks xmlns:a="http://schemas.openxmlformats.org/drawingml/2006/main" noGrp="1"/>
          </p:cNvSpPr>
          <p:nvPr/>
        </p:nvSpPr>
        <p:spPr>
          <a:xfrm xmlns:a="http://schemas.openxmlformats.org/drawingml/2006/main">
            <a:off x="16062797" y="5882315"/>
            <a:ext cx="1310803" cy="1620628"/>
          </a:xfrm>
          <a:custGeom xmlns:a="http://schemas.openxmlformats.org/drawingml/2006/main">
            <a:rect l="l" t="t" r="r" b="b"/>
            <a:pathLst>
              <a:path w="1310803" h="1620628">
                <a:moveTo>
                  <a:pt x="1310803" y="0"/>
                </a:moveTo>
                <a:lnTo>
                  <a:pt x="1310803" y="1620628"/>
                </a:lnTo>
                <a:lnTo>
                  <a:pt x="0"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0" name="Google Shape;140;p15">
            <a:extLst xmlns:a="http://schemas.openxmlformats.org/drawingml/2006/main">
              <a:ext uri="{FF2B5EF4-FFF2-40B4-BE49-F238E27FC236}">
                <a16:creationId xmlns:a16="http://schemas.microsoft.com/office/drawing/2014/main" id="{C412191C-F8EC-4378-B412-8AB4044C6565}"/>
              </a:ext>
            </a:extLst>
          </p:cNvPr>
          <p:cNvSpPr>
            <a:spLocks xmlns:a="http://schemas.openxmlformats.org/drawingml/2006/main" noGrp="1"/>
          </p:cNvSpPr>
          <p:nvPr/>
        </p:nvSpPr>
        <p:spPr>
          <a:xfrm xmlns:a="http://schemas.openxmlformats.org/drawingml/2006/main" rot="5400000">
            <a:off x="15133320" y="7498079"/>
            <a:ext cx="502920" cy="5029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1" name="Google Shape;141;p15">
            <a:extLst xmlns:a="http://schemas.openxmlformats.org/drawingml/2006/main">
              <a:ext uri="{FF2B5EF4-FFF2-40B4-BE49-F238E27FC236}">
                <a16:creationId xmlns:a16="http://schemas.microsoft.com/office/drawing/2014/main" id="{9CE10CBE-059A-4300-9838-5EDF75E014D4}"/>
              </a:ext>
            </a:extLst>
          </p:cNvPr>
          <p:cNvSpPr>
            <a:spLocks xmlns:a="http://schemas.openxmlformats.org/drawingml/2006/main" noGrp="1"/>
          </p:cNvSpPr>
          <p:nvPr/>
        </p:nvSpPr>
        <p:spPr>
          <a:xfrm xmlns:a="http://schemas.openxmlformats.org/drawingml/2006/main" rot="5400000">
            <a:off x="15611094" y="7498079"/>
            <a:ext cx="502920" cy="5029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2" name="Google Shape;142;p15">
            <a:extLst xmlns:a="http://schemas.openxmlformats.org/drawingml/2006/main">
              <a:ext uri="{FF2B5EF4-FFF2-40B4-BE49-F238E27FC236}">
                <a16:creationId xmlns:a16="http://schemas.microsoft.com/office/drawing/2014/main" id="{A49E3154-44FA-4DE3-AD6F-8DA03BD006BD}"/>
              </a:ext>
            </a:extLst>
          </p:cNvPr>
          <p:cNvSpPr>
            <a:spLocks xmlns:a="http://schemas.openxmlformats.org/drawingml/2006/main" noGrp="1"/>
          </p:cNvSpPr>
          <p:nvPr/>
        </p:nvSpPr>
        <p:spPr>
          <a:xfrm xmlns:a="http://schemas.openxmlformats.org/drawingml/2006/main" rot="5400000">
            <a:off x="16088867" y="7498079"/>
            <a:ext cx="502920" cy="5029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3" name="Google Shape;143;p15">
            <a:extLst xmlns:a="http://schemas.openxmlformats.org/drawingml/2006/main">
              <a:ext uri="{FF2B5EF4-FFF2-40B4-BE49-F238E27FC236}">
                <a16:creationId xmlns:a16="http://schemas.microsoft.com/office/drawing/2014/main" id="{5FA9BDC6-F6A3-417E-B835-64E216B97A9B}"/>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4" name="Google Shape;144;p15">
            <a:extLst xmlns:a="http://schemas.openxmlformats.org/drawingml/2006/main">
              <a:ext uri="{FF2B5EF4-FFF2-40B4-BE49-F238E27FC236}">
                <a16:creationId xmlns:a16="http://schemas.microsoft.com/office/drawing/2014/main" id="{7AA68957-D4AE-4622-9212-5A1E09A45628}"/>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45" name="Google Shape;145;p15">
            <a:extLst xmlns:a="http://schemas.openxmlformats.org/drawingml/2006/main">
              <a:ext uri="{FF2B5EF4-FFF2-40B4-BE49-F238E27FC236}">
                <a16:creationId xmlns:a16="http://schemas.microsoft.com/office/drawing/2014/main" id="{1C3FA5F7-F1AD-468C-9148-D6F685D16AD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56b03ea3b0a4587">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46" name="MVP target / Synthetic credentials / Res">
            <a:extLst xmlns:a="http://schemas.openxmlformats.org/drawingml/2006/main">
              <a:ext uri="{FF2B5EF4-FFF2-40B4-BE49-F238E27FC236}">
                <a16:creationId xmlns:a16="http://schemas.microsoft.com/office/drawing/2014/main" id="{D4B2C258-B5A7-4FE3-95B8-64D3820127BD}"/>
              </a:ext>
            </a:extLst>
          </p:cNvPr>
          <p:cNvSpPr>
            <a:spLocks xmlns:a="http://schemas.openxmlformats.org/drawingml/2006/main" noGrp="1"/>
          </p:cNvSpPr>
          <p:nvPr/>
        </p:nvSpPr>
        <p:spPr>
          <a:xfrm xmlns:a="http://schemas.openxmlformats.org/drawingml/2006/main">
            <a:off x="914400" y="84201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00">
                <a:solidFill>
                  <a:srgbClr val="5C5C5C"/>
                </a:solidFill>
                <a:latin typeface="JetBrains Mono"/>
                <a:ea typeface="JetBrains Mono"/>
                <a:cs typeface="JetBrains Mono"/>
              </a:defRPr>
            </a:defPPr>
            <a:lvl1pPr>
              <a:buNone/>
              <a:defRPr sz="1400">
                <a:solidFill>
                  <a:srgbClr val="5C5C5C"/>
                </a:solidFill>
                <a:latin typeface="JetBrains Mono"/>
                <a:ea typeface="JetBrains Mono"/>
                <a:cs typeface="JetBrains Mono"/>
              </a:defRPr>
            </a:lvl1pPr>
            <a:lvl2pPr>
              <a:buNone/>
              <a:defRPr sz="1400">
                <a:solidFill>
                  <a:srgbClr val="5C5C5C"/>
                </a:solidFill>
                <a:latin typeface="JetBrains Mono"/>
                <a:ea typeface="JetBrains Mono"/>
                <a:cs typeface="JetBrains Mono"/>
              </a:defRPr>
            </a:lvl2pPr>
            <a:lvl3pPr>
              <a:buNone/>
              <a:defRPr sz="1400">
                <a:solidFill>
                  <a:srgbClr val="5C5C5C"/>
                </a:solidFill>
                <a:latin typeface="JetBrains Mono"/>
                <a:ea typeface="JetBrains Mono"/>
                <a:cs typeface="JetBrains Mono"/>
              </a:defRPr>
            </a:lvl3pPr>
            <a:lvl4pPr>
              <a:buNone/>
              <a:defRPr sz="1400">
                <a:solidFill>
                  <a:srgbClr val="5C5C5C"/>
                </a:solidFill>
                <a:latin typeface="JetBrains Mono"/>
                <a:ea typeface="JetBrains Mono"/>
                <a:cs typeface="JetBrains Mono"/>
              </a:defRPr>
            </a:lvl4pPr>
            <a:lvl5pPr>
              <a:buNone/>
              <a:defRPr sz="1400">
                <a:solidFill>
                  <a:srgbClr val="5C5C5C"/>
                </a:solidFill>
                <a:latin typeface="JetBrains Mono"/>
                <a:ea typeface="JetBrains Mono"/>
                <a:cs typeface="JetBrains Mono"/>
              </a:defRPr>
            </a:lvl5pPr>
            <a:lvl6pPr>
              <a:buNone/>
              <a:defRPr sz="1400">
                <a:solidFill>
                  <a:srgbClr val="5C5C5C"/>
                </a:solidFill>
                <a:latin typeface="JetBrains Mono"/>
                <a:ea typeface="JetBrains Mono"/>
                <a:cs typeface="JetBrains Mono"/>
              </a:defRPr>
            </a:lvl6pPr>
            <a:lvl7pPr>
              <a:buNone/>
              <a:defRPr sz="1400">
                <a:solidFill>
                  <a:srgbClr val="5C5C5C"/>
                </a:solidFill>
                <a:latin typeface="JetBrains Mono"/>
                <a:ea typeface="JetBrains Mono"/>
                <a:cs typeface="JetBrains Mono"/>
              </a:defRPr>
            </a:lvl7pPr>
            <a:lvl8pPr>
              <a:buNone/>
              <a:defRPr sz="1400">
                <a:solidFill>
                  <a:srgbClr val="5C5C5C"/>
                </a:solidFill>
                <a:latin typeface="JetBrains Mono"/>
                <a:ea typeface="JetBrains Mono"/>
                <a:cs typeface="JetBrains Mono"/>
              </a:defRPr>
            </a:lvl8pPr>
            <a:lvl9pPr>
              <a:buNone/>
              <a:defRPr sz="1400">
                <a:solidFill>
                  <a:srgbClr val="5C5C5C"/>
                </a:solidFill>
                <a:latin typeface="JetBrains Mono"/>
                <a:ea typeface="JetBrains Mono"/>
                <a:cs typeface="JetBrains Mono"/>
              </a:defRPr>
            </a:lvl9pPr>
          </a:lstStyle>
          <a:p xmlns:a="http://schemas.openxmlformats.org/drawingml/2006/main">
            <a:pPr>
              <a:buNone/>
              <a:defRPr sz="1400">
                <a:solidFill>
                  <a:srgbClr val="5C5C5C"/>
                </a:solidFill>
                <a:latin typeface="JetBrains Mono"/>
                <a:ea typeface="JetBrains Mono"/>
                <a:cs typeface="JetBrains Mono"/>
              </a:defRPr>
            </a:pPr>
            <a:r>
              <a:rPr sz="1400">
                <a:solidFill>
                  <a:srgbClr val="5C5C5C"/>
                </a:solidFill>
                <a:latin typeface="JetBrains Mono"/>
                <a:ea typeface="JetBrains Mono"/>
                <a:cs typeface="JetBrains Mono"/>
              </a:rPr>
              <a:t>Live Testnet MVP / Synthetic credentials / No real bank or registry integration</a:t>
            </a:r>
          </a:p>
        </p:txBody>
      </p:sp>
      <p:pic>
        <p:nvPicPr>
          <p:cNvPr id="147" name="">
            <a:extLst xmlns:a="http://schemas.openxmlformats.org/drawingml/2006/main">
              <a:ext uri="{FF2B5EF4-FFF2-40B4-BE49-F238E27FC236}">
                <a16:creationId xmlns:a16="http://schemas.microsoft.com/office/drawing/2014/main" id="{3FE7FE31-4154-4EE8-AF2E-C548637033D8}"/>
              </a:ext>
            </a:extLst>
          </p:cNvPr>
          <p:cNvPicPr>
            <a:picLocks xmlns:a="http://schemas.openxmlformats.org/drawingml/2006/main" noChangeAspect="1"/>
          </p:cNvPicPr>
          <p:nvPr/>
        </p:nvPicPr>
        <p:blipFill>
          <a:blip xmlns:r="http://schemas.openxmlformats.org/officeDocument/2006/relationships" xmlns:a="http://schemas.openxmlformats.org/drawingml/2006/main" r:embed="R0c5188b0b5634e7e"/>
          <a:srcRect xmlns:a="http://schemas.openxmlformats.org/drawingml/2006/main" l="0" t="0" r="0" b="0"/>
          <a:stretch xmlns:a="http://schemas.openxmlformats.org/drawingml/2006/main"/>
        </p:blipFill>
        <p:spPr>
          <a:xfrm xmlns:a="http://schemas.openxmlformats.org/drawingml/2006/main">
            <a:off x="12611100" y="3238500"/>
            <a:ext cx="4762500" cy="4095750"/>
          </a:xfrm>
          <a:prstGeom xmlns:a="http://schemas.openxmlformats.org/drawingml/2006/main" prst="rect">
            <a:avLst/>
          </a:prstGeom>
        </p:spPr>
      </p:pic>
    </p:spTree>
    <p:extLst>
      <p:ext uri="{BB962C8B-B14F-4D97-AF65-F5344CB8AC3E}">
        <p14:creationId xmlns:p14="http://schemas.microsoft.com/office/powerpoint/2010/main" val="605699683"/>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28" name="Google Shape;128;p15">
            <a:extLst xmlns:a="http://schemas.openxmlformats.org/drawingml/2006/main">
              <a:ext uri="{FF2B5EF4-FFF2-40B4-BE49-F238E27FC236}">
                <a16:creationId xmlns:a16="http://schemas.microsoft.com/office/drawing/2014/main" id="{1CACCFF2-0859-4175-AD1A-FDB4040A99E5}"/>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29" name="Google Shape;129;p15">
            <a:extLst xmlns:a="http://schemas.openxmlformats.org/drawingml/2006/main">
              <a:ext uri="{FF2B5EF4-FFF2-40B4-BE49-F238E27FC236}">
                <a16:creationId xmlns:a16="http://schemas.microsoft.com/office/drawing/2014/main" id="{EA7AACF9-18C1-46D0-B3CF-6B42825C6B64}"/>
              </a:ext>
            </a:extLst>
          </p:cNvPr>
          <p:cNvSpPr>
            <a:spLocks xmlns:a="http://schemas.openxmlformats.org/drawingml/2006/main" noGrp="1"/>
          </p:cNvSpPr>
          <p:nvPr/>
        </p:nvSpPr>
        <p:spPr>
          <a:xfrm xmlns:a="http://schemas.openxmlformats.org/drawingml/2006/main">
            <a:off x="9144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04 / 07</a:t>
            </a:r>
            <a:endParaRPr/>
          </a:p>
        </p:txBody>
      </p:sp>
      <p:sp>
        <p:nvSpPr>
          <p:cNvPr id="130" name="Google Shape;130;p15">
            <a:extLst xmlns:a="http://schemas.openxmlformats.org/drawingml/2006/main">
              <a:ext uri="{FF2B5EF4-FFF2-40B4-BE49-F238E27FC236}">
                <a16:creationId xmlns:a16="http://schemas.microsoft.com/office/drawing/2014/main" id="{FE8A7E03-136E-4755-9831-C18A1B7BE522}"/>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31" name="Google Shape;131;p15">
            <a:extLst xmlns:a="http://schemas.openxmlformats.org/drawingml/2006/main">
              <a:ext uri="{FF2B5EF4-FFF2-40B4-BE49-F238E27FC236}">
                <a16:creationId xmlns:a16="http://schemas.microsoft.com/office/drawing/2014/main" id="{5BC347B0-B6EC-4692-81F3-207EACA60607}"/>
              </a:ext>
            </a:extLst>
          </p:cNvPr>
          <p:cNvSpPr>
            <a:spLocks xmlns:a="http://schemas.openxmlformats.org/drawingml/2006/main" noGrp="1"/>
          </p:cNvSpPr>
          <p:nvPr/>
        </p:nvSpPr>
        <p:spPr>
          <a:xfrm xmlns:a="http://schemas.openxmlformats.org/drawingml/2006/main">
            <a:off x="128016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NEXT ▸ TECHNICAL WORKFLOW</a:t>
            </a:r>
            <a:endParaRPr/>
          </a:p>
        </p:txBody>
      </p:sp>
      <p:sp>
        <p:nvSpPr>
          <p:cNvPr id="132" name="Google Shape;132;p15">
            <a:extLst xmlns:a="http://schemas.openxmlformats.org/drawingml/2006/main">
              <a:ext uri="{FF2B5EF4-FFF2-40B4-BE49-F238E27FC236}">
                <a16:creationId xmlns:a16="http://schemas.microsoft.com/office/drawing/2014/main" id="{F8A13CF1-A25D-4E32-8102-EFA29F5F2016}"/>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02 / 04</a:t>
            </a:r>
            <a:endParaRPr/>
          </a:p>
        </p:txBody>
      </p:sp>
      <p:sp>
        <p:nvSpPr>
          <p:cNvPr id="133" name="Google Shape;133;p15">
            <a:extLst xmlns:a="http://schemas.openxmlformats.org/drawingml/2006/main">
              <a:ext uri="{FF2B5EF4-FFF2-40B4-BE49-F238E27FC236}">
                <a16:creationId xmlns:a16="http://schemas.microsoft.com/office/drawing/2014/main" id="{F9D48B34-6046-4D6A-84F4-E543FF41D241}"/>
              </a:ext>
            </a:extLst>
          </p:cNvPr>
          <p:cNvSpPr>
            <a:spLocks xmlns:a="http://schemas.openxmlformats.org/drawingml/2006/main" noGrp="1"/>
          </p:cNvSpPr>
          <p:nvPr/>
        </p:nvSpPr>
        <p:spPr>
          <a:xfrm xmlns:a="http://schemas.openxmlformats.org/drawingml/2006/main">
            <a:off x="914400" y="2103120"/>
            <a:ext cx="16459200" cy="15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0000" b="1" i="0" u="none" strike="noStrike" cap="none">
                <a:solidFill>
                  <a:srgbClr val="0F0F0F"/>
                </a:solidFill>
                <a:latin typeface="Inter Tight"/>
                <a:ea typeface="Inter Tight"/>
                <a:cs typeface="Inter Tight"/>
              </a:rPr>
              <a:t>MARKET &amp; NOVELTY</a:t>
            </a:r>
            <a:endParaRPr/>
          </a:p>
        </p:txBody>
      </p:sp>
      <p:sp>
        <p:nvSpPr>
          <p:cNvPr id="134" name="Google Shape;134;p15">
            <a:extLst xmlns:a="http://schemas.openxmlformats.org/drawingml/2006/main">
              <a:ext uri="{FF2B5EF4-FFF2-40B4-BE49-F238E27FC236}">
                <a16:creationId xmlns:a16="http://schemas.microsoft.com/office/drawing/2014/main" id="{46711E22-7820-4DB1-B281-EECD6361D54B}"/>
              </a:ext>
            </a:extLst>
          </p:cNvPr>
          <p:cNvSpPr>
            <a:spLocks xmlns:a="http://schemas.openxmlformats.org/drawingml/2006/main" noGrp="1"/>
          </p:cNvSpPr>
          <p:nvPr/>
        </p:nvSpPr>
        <p:spPr>
          <a:xfrm xmlns:a="http://schemas.openxmlformats.org/drawingml/2006/main">
            <a:off x="914400" y="3931920"/>
            <a:ext cx="1133475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2800" b="1" i="0" u="none" strike="noStrike" cap="none">
                <a:solidFill>
                  <a:srgbClr val="0F0F0F"/>
                </a:solidFill>
                <a:latin typeface="Instrument Sans"/>
                <a:ea typeface="Instrument Sans"/>
                <a:cs typeface="Instrument Sans"/>
              </a:rPr>
              <a:t>Existing services validate parts of the same private-deal workflow</a:t>
            </a:r>
            <a:endParaRPr/>
          </a:p>
        </p:txBody>
      </p:sp>
      <p:sp>
        <p:nvSpPr>
          <p:cNvPr id="136" name="Google Shape;136;p15">
            <a:extLst xmlns:a="http://schemas.openxmlformats.org/drawingml/2006/main">
              <a:ext uri="{FF2B5EF4-FFF2-40B4-BE49-F238E27FC236}">
                <a16:creationId xmlns:a16="http://schemas.microsoft.com/office/drawing/2014/main" id="{4050DBC0-6091-47E0-B7A9-EAA8BCA99F7A}"/>
              </a:ext>
            </a:extLst>
          </p:cNvPr>
          <p:cNvSpPr>
            <a:spLocks xmlns:a="http://schemas.openxmlformats.org/drawingml/2006/main" noGrp="1"/>
          </p:cNvSpPr>
          <p:nvPr/>
        </p:nvSpPr>
        <p:spPr>
          <a:xfrm xmlns:a="http://schemas.openxmlformats.org/drawingml/2006/main">
            <a:off x="914400" y="7639050"/>
            <a:ext cx="16459200" cy="971550"/>
          </a:xfrm>
          <a:prstGeom xmlns:a="http://schemas.openxmlformats.org/drawingml/2006/main" prst="roundRect">
            <a:avLst>
              <a:gd name="adj" fmla="val 22000"/>
            </a:avLst>
          </a:prstGeom>
          <a:solidFill xmlns:a="http://schemas.openxmlformats.org/drawingml/2006/main">
            <a:srgbClr val="FFFFFF"/>
          </a:solidFill>
          <a:ln xmlns:a="http://schemas.openxmlformats.org/drawingml/2006/main" w="38100" cap="flat" cmpd="sng">
            <a:solidFill>
              <a:srgbClr val="FDDA24"/>
            </a:solidFill>
            <a:prstDash val="solid"/>
            <a:round/>
            <a:headEnd type="none" w="sm" len="sm"/>
            <a:tailEnd type="none" w="sm" len="sm"/>
          </a:ln>
        </p:spPr>
        <p:txBody>
          <a:bodyPr xmlns:a="http://schemas.openxmlformats.org/drawingml/2006/main" spcFirstLastPara="1" wrap="square" lIns="365750" tIns="0" rIns="365750" bIns="0" anchor="ctr">
            <a:noAutofit/>
          </a:bodyPr>
          <a:lstStyle xmlns:a="http://schemas.openxmlformats.org/drawingml/2006/main"/>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Market signal: MERKAO reports 250+ verified professionals.</a:t>
            </a:r>
            <a:endParaRPr/>
          </a:p>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Our focus: a private buyer proof and one enforceable mutual policy.</a:t>
            </a:r>
            <a:endParaRPr/>
          </a:p>
        </p:txBody>
      </p:sp>
      <p:sp>
        <p:nvSpPr>
          <p:cNvPr id="143" name="Google Shape;143;p15">
            <a:extLst xmlns:a="http://schemas.openxmlformats.org/drawingml/2006/main">
              <a:ext uri="{FF2B5EF4-FFF2-40B4-BE49-F238E27FC236}">
                <a16:creationId xmlns:a16="http://schemas.microsoft.com/office/drawing/2014/main" id="{5FA9BDC6-F6A3-417E-B835-64E216B97A9B}"/>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4" name="Google Shape;144;p15">
            <a:extLst xmlns:a="http://schemas.openxmlformats.org/drawingml/2006/main">
              <a:ext uri="{FF2B5EF4-FFF2-40B4-BE49-F238E27FC236}">
                <a16:creationId xmlns:a16="http://schemas.microsoft.com/office/drawing/2014/main" id="{7AA68957-D4AE-4622-9212-5A1E09A45628}"/>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45" name="Google Shape;145;p15">
            <a:extLst xmlns:a="http://schemas.openxmlformats.org/drawingml/2006/main">
              <a:ext uri="{FF2B5EF4-FFF2-40B4-BE49-F238E27FC236}">
                <a16:creationId xmlns:a16="http://schemas.microsoft.com/office/drawing/2014/main" id="{EFC31637-DC42-4940-A22B-470E3DABB4E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d0be5bf05624e38">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46" name="MVP target / Synthetic credentials / Res">
            <a:extLst xmlns:a="http://schemas.openxmlformats.org/drawingml/2006/main">
              <a:ext uri="{FF2B5EF4-FFF2-40B4-BE49-F238E27FC236}">
                <a16:creationId xmlns:a16="http://schemas.microsoft.com/office/drawing/2014/main" id="{D4B2C258-B5A7-4FE3-95B8-64D3820127BD}"/>
              </a:ext>
            </a:extLst>
          </p:cNvPr>
          <p:cNvSpPr>
            <a:spLocks xmlns:a="http://schemas.openxmlformats.org/drawingml/2006/main" noGrp="1"/>
          </p:cNvSpPr>
          <p:nvPr/>
        </p:nvSpPr>
        <p:spPr>
          <a:xfrm xmlns:a="http://schemas.openxmlformats.org/drawingml/2006/main">
            <a:off x="914400" y="8686800"/>
            <a:ext cx="1645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200">
                <a:solidFill>
                  <a:srgbClr val="5C5C5C"/>
                </a:solidFill>
                <a:latin typeface="JetBrains Mono"/>
                <a:ea typeface="JetBrains Mono"/>
                <a:cs typeface="JetBrains Mono"/>
              </a:defRPr>
            </a:defPPr>
            <a:lvl1pPr>
              <a:buNone/>
              <a:defRPr sz="1400">
                <a:solidFill>
                  <a:srgbClr val="5C5C5C"/>
                </a:solidFill>
                <a:latin typeface="JetBrains Mono"/>
                <a:ea typeface="JetBrains Mono"/>
                <a:cs typeface="JetBrains Mono"/>
              </a:defRPr>
            </a:lvl1pPr>
            <a:lvl2pPr>
              <a:buNone/>
              <a:defRPr sz="1400">
                <a:solidFill>
                  <a:srgbClr val="5C5C5C"/>
                </a:solidFill>
                <a:latin typeface="JetBrains Mono"/>
                <a:ea typeface="JetBrains Mono"/>
                <a:cs typeface="JetBrains Mono"/>
              </a:defRPr>
            </a:lvl2pPr>
            <a:lvl3pPr>
              <a:buNone/>
              <a:defRPr sz="1400">
                <a:solidFill>
                  <a:srgbClr val="5C5C5C"/>
                </a:solidFill>
                <a:latin typeface="JetBrains Mono"/>
                <a:ea typeface="JetBrains Mono"/>
                <a:cs typeface="JetBrains Mono"/>
              </a:defRPr>
            </a:lvl3pPr>
            <a:lvl4pPr>
              <a:buNone/>
              <a:defRPr sz="1400">
                <a:solidFill>
                  <a:srgbClr val="5C5C5C"/>
                </a:solidFill>
                <a:latin typeface="JetBrains Mono"/>
                <a:ea typeface="JetBrains Mono"/>
                <a:cs typeface="JetBrains Mono"/>
              </a:defRPr>
            </a:lvl4pPr>
            <a:lvl5pPr>
              <a:buNone/>
              <a:defRPr sz="1400">
                <a:solidFill>
                  <a:srgbClr val="5C5C5C"/>
                </a:solidFill>
                <a:latin typeface="JetBrains Mono"/>
                <a:ea typeface="JetBrains Mono"/>
                <a:cs typeface="JetBrains Mono"/>
              </a:defRPr>
            </a:lvl5pPr>
            <a:lvl6pPr>
              <a:buNone/>
              <a:defRPr sz="1400">
                <a:solidFill>
                  <a:srgbClr val="5C5C5C"/>
                </a:solidFill>
                <a:latin typeface="JetBrains Mono"/>
                <a:ea typeface="JetBrains Mono"/>
                <a:cs typeface="JetBrains Mono"/>
              </a:defRPr>
            </a:lvl6pPr>
            <a:lvl7pPr>
              <a:buNone/>
              <a:defRPr sz="1400">
                <a:solidFill>
                  <a:srgbClr val="5C5C5C"/>
                </a:solidFill>
                <a:latin typeface="JetBrains Mono"/>
                <a:ea typeface="JetBrains Mono"/>
                <a:cs typeface="JetBrains Mono"/>
              </a:defRPr>
            </a:lvl7pPr>
            <a:lvl8pPr>
              <a:buNone/>
              <a:defRPr sz="1400">
                <a:solidFill>
                  <a:srgbClr val="5C5C5C"/>
                </a:solidFill>
                <a:latin typeface="JetBrains Mono"/>
                <a:ea typeface="JetBrains Mono"/>
                <a:cs typeface="JetBrains Mono"/>
              </a:defRPr>
            </a:lvl8pPr>
            <a:lvl9pPr>
              <a:buNone/>
              <a:defRPr sz="1400">
                <a:solidFill>
                  <a:srgbClr val="5C5C5C"/>
                </a:solidFill>
                <a:latin typeface="JetBrains Mono"/>
                <a:ea typeface="JetBrains Mono"/>
                <a:cs typeface="JetBrains Mono"/>
              </a:defRPr>
            </a:lvl9pPr>
          </a:lstStyle>
          <a:p xmlns:a="http://schemas.openxmlformats.org/drawingml/2006/main">
            <a:pPr>
              <a:buNone/>
              <a:defRPr sz="1200">
                <a:solidFill>
                  <a:srgbClr val="5C5C5C"/>
                </a:solidFill>
                <a:latin typeface="JetBrains Mono"/>
                <a:ea typeface="JetBrains Mono"/>
                <a:cs typeface="JetBrains Mono"/>
              </a:defRPr>
            </a:pPr>
            <a:r>
              <a:rPr sz="1200">
                <a:solidFill>
                  <a:srgbClr val="5C5C5C"/>
                </a:solidFill>
                <a:latin typeface="JetBrains Mono"/>
                <a:ea typeface="JetBrains Mono"/>
                <a:cs typeface="JetBrains Mono"/>
              </a:rPr>
              <a:t>Vendor claims are not audited. Deal Passport demand remains unvalidated.</a:t>
            </a:r>
          </a:p>
        </p:txBody>
      </p:sp>
      <p:graphicFrame>
        <p:nvGraphicFramePr>
          <p:cNvPr id="147" name="">
            <a:extLst xmlns:a="http://schemas.openxmlformats.org/drawingml/2006/main">
              <a:ext uri="{FF2B5EF4-FFF2-40B4-BE49-F238E27FC236}">
                <a16:creationId xmlns:a16="http://schemas.microsoft.com/office/drawing/2014/main" id="{E02CC405-F40D-4E0A-99CE-C0F98B516A1D}"/>
              </a:ext>
            </a:extLst>
          </p:cNvPr>
          <p:cNvGraphicFramePr/>
          <p:nvPr/>
        </p:nvGraphicFramePr>
        <p:xfrm>
          <a:off xmlns:a="http://schemas.openxmlformats.org/drawingml/2006/main" x="914400" y="4709160"/>
          <a:ext xmlns:a="http://schemas.openxmlformats.org/drawingml/2006/main" cx="11334750" cy="2686050"/>
        </p:xfrm>
        <a:graphic xmlns:a="http://schemas.openxmlformats.org/drawingml/2006/main">
          <a:graphicData uri="http://schemas.openxmlformats.org/drawingml/2006/table">
            <a:tbl>
              <a:tblPr firstRow="0" bandRow="0"/>
              <a:tblGrid>
                <a:gridCol w="1905000"/>
                <a:gridCol w="4286250"/>
                <a:gridCol w="5143500"/>
              </a:tblGrid>
              <a:tr h="514350">
                <a:tc>
                  <a:txBody>
                    <a:bodyPr lIns="133350" tIns="76200" rIns="133350" bIns="76200">
                      <a:noAutofit/>
                    </a:bodyPr>
                    <a:lstStyle/>
                    <a:p>
                      <a:r>
                        <a:rPr sz="1875" b="1">
                          <a:solidFill>
                            <a:srgbClr val="FDDA24"/>
                          </a:solidFill>
                          <a:latin typeface="Instrument Sans"/>
                          <a:ea typeface="Instrument Sans"/>
                          <a:cs typeface="Instrument Sans"/>
                        </a:rPr>
                        <a:t>Product</a:t>
                      </a:r>
                    </a:p>
                  </a:txBody>
                  <a:tcPr marL="91440" marR="91440" marT="45720" marB="45720" anchor="ctr">
                    <a:lnL w="9525">
                      <a:solidFill>
                        <a:srgbClr val="DFDDD6"/>
                      </a:solidFill>
                      <a:prstDash val="solid"/>
                    </a:lnL>
                    <a:lnR w="9525">
                      <a:solidFill>
                        <a:srgbClr val="DFDDD6"/>
                      </a:solidFill>
                      <a:prstDash val="solid"/>
                    </a:lnR>
                    <a:lnT w="9525">
                      <a:solidFill>
                        <a:srgbClr val="DFDDD6"/>
                      </a:solidFill>
                      <a:prstDash val="solid"/>
                    </a:lnT>
                    <a:lnB w="9525">
                      <a:solidFill>
                        <a:srgbClr val="DFDDD6"/>
                      </a:solidFill>
                      <a:prstDash val="solid"/>
                    </a:lnB>
                    <a:solidFill>
                      <a:srgbClr val="0F0F0F"/>
                    </a:solidFill>
                  </a:tcPr>
                </a:tc>
                <a:tc>
                  <a:txBody>
                    <a:bodyPr lIns="133350" tIns="76200" rIns="133350" bIns="76200">
                      <a:noAutofit/>
                    </a:bodyPr>
                    <a:lstStyle/>
                    <a:p>
                      <a:r>
                        <a:rPr sz="1875" b="1">
                          <a:solidFill>
                            <a:srgbClr val="FDDA24"/>
                          </a:solidFill>
                          <a:latin typeface="Instrument Sans"/>
                          <a:ea typeface="Instrument Sans"/>
                          <a:cs typeface="Instrument Sans"/>
                        </a:rPr>
                        <a:t>Existing offer</a:t>
                      </a:r>
                    </a:p>
                  </a:txBody>
                  <a:tcPr marL="91440" marR="91440" marT="45720" marB="45720" anchor="ctr">
                    <a:lnR w="9525">
                      <a:solidFill>
                        <a:srgbClr val="DFDDD6"/>
                      </a:solidFill>
                      <a:prstDash val="solid"/>
                    </a:lnR>
                    <a:lnT w="9525">
                      <a:solidFill>
                        <a:srgbClr val="DFDDD6"/>
                      </a:solidFill>
                      <a:prstDash val="solid"/>
                    </a:lnT>
                    <a:lnB w="9525">
                      <a:solidFill>
                        <a:srgbClr val="DFDDD6"/>
                      </a:solidFill>
                      <a:prstDash val="solid"/>
                    </a:lnB>
                    <a:solidFill>
                      <a:srgbClr val="0F0F0F"/>
                    </a:solidFill>
                  </a:tcPr>
                </a:tc>
                <a:tc>
                  <a:txBody>
                    <a:bodyPr lIns="133350" tIns="76200" rIns="133350" bIns="76200">
                      <a:noAutofit/>
                    </a:bodyPr>
                    <a:lstStyle/>
                    <a:p>
                      <a:r>
                        <a:rPr sz="1875" b="1">
                          <a:solidFill>
                            <a:srgbClr val="FDDA24"/>
                          </a:solidFill>
                          <a:latin typeface="Instrument Sans"/>
                          <a:ea typeface="Instrument Sans"/>
                          <a:cs typeface="Instrument Sans"/>
                        </a:rPr>
                        <a:t>Our implemented MVP</a:t>
                      </a:r>
                    </a:p>
                  </a:txBody>
                  <a:tcPr marL="91440" marR="91440" marT="45720" marB="45720" anchor="ctr">
                    <a:lnR w="9525">
                      <a:solidFill>
                        <a:srgbClr val="DFDDD6"/>
                      </a:solidFill>
                      <a:prstDash val="solid"/>
                    </a:lnR>
                    <a:lnT w="9525">
                      <a:solidFill>
                        <a:srgbClr val="DFDDD6"/>
                      </a:solidFill>
                      <a:prstDash val="solid"/>
                    </a:lnT>
                    <a:lnB w="9525">
                      <a:solidFill>
                        <a:srgbClr val="DFDDD6"/>
                      </a:solidFill>
                      <a:prstDash val="solid"/>
                    </a:lnB>
                    <a:solidFill>
                      <a:srgbClr val="0F0F0F"/>
                    </a:solidFill>
                  </a:tcPr>
                </a:tc>
              </a:tr>
              <a:tr h="723900">
                <a:tc>
                  <a:txBody>
                    <a:bodyPr lIns="133350" tIns="76200" rIns="133350" bIns="76200">
                      <a:noAutofit/>
                    </a:bodyPr>
                    <a:lstStyle/>
                    <a:p>
                      <a:r>
                        <a:rPr sz="1875" b="1">
                          <a:solidFill>
                            <a:srgbClr val="2A2A2A"/>
                          </a:solidFill>
                          <a:latin typeface="Instrument Sans"/>
                          <a:ea typeface="Instrument Sans"/>
                          <a:cs typeface="Instrument Sans"/>
                        </a:rPr>
                        <a:t>RealOpen</a:t>
                      </a:r>
                    </a:p>
                  </a:txBody>
                  <a:tcPr marL="91440" marR="91440" marT="45720" marB="45720" anchor="ctr">
                    <a:lnL w="9525">
                      <a:solidFill>
                        <a:srgbClr val="DFDDD6"/>
                      </a:solidFill>
                      <a:prstDash val="solid"/>
                    </a:lnL>
                    <a:lnR w="9525">
                      <a:solidFill>
                        <a:srgbClr val="DFDDD6"/>
                      </a:solidFill>
                      <a:prstDash val="solid"/>
                    </a:lnR>
                    <a:lnB w="9525">
                      <a:solidFill>
                        <a:srgbClr val="DFDDD6"/>
                      </a:solidFill>
                      <a:prstDash val="solid"/>
                    </a:lnB>
                    <a:solidFill>
                      <a:srgbClr val="F7F6F2"/>
                    </a:solidFill>
                  </a:tcPr>
                </a:tc>
                <a:tc>
                  <a:txBody>
                    <a:bodyPr lIns="133350" tIns="76200" rIns="133350" bIns="76200">
                      <a:noAutofit/>
                    </a:bodyPr>
                    <a:lstStyle/>
                    <a:p>
                      <a:r>
                        <a:rPr sz="1875" b="0">
                          <a:solidFill>
                            <a:srgbClr val="2A2A2A"/>
                          </a:solidFill>
                          <a:latin typeface="Instrument Sans"/>
                          <a:ea typeface="Instrument Sans"/>
                          <a:cs typeface="Instrument Sans"/>
                        </a:rPr>
                        <a:t>Crypto funds letter</a:t>
                      </a:r>
                    </a:p>
                    <a:p>
                      <a:r>
                        <a:rPr sz="1875" b="0">
                          <a:solidFill>
                            <a:srgbClr val="2A2A2A"/>
                          </a:solidFill>
                          <a:latin typeface="Instrument Sans"/>
                          <a:ea typeface="Instrument Sans"/>
                          <a:cs typeface="Instrument Sans"/>
                        </a:rPr>
                        <a:t>Reveals verified balance</a:t>
                      </a:r>
                    </a:p>
                  </a:txBody>
                  <a:tcPr marL="91440" marR="91440" marT="45720" marB="45720" anchor="ctr">
                    <a:lnR w="9525">
                      <a:solidFill>
                        <a:srgbClr val="DFDDD6"/>
                      </a:solidFill>
                      <a:prstDash val="solid"/>
                    </a:lnR>
                    <a:lnB w="9525">
                      <a:solidFill>
                        <a:srgbClr val="DFDDD6"/>
                      </a:solidFill>
                      <a:prstDash val="solid"/>
                    </a:lnB>
                    <a:solidFill>
                      <a:srgbClr val="F7F6F2"/>
                    </a:solidFill>
                  </a:tcPr>
                </a:tc>
                <a:tc>
                  <a:txBody>
                    <a:bodyPr lIns="133350" tIns="76200" rIns="133350" bIns="76200">
                      <a:noAutofit/>
                    </a:bodyPr>
                    <a:lstStyle/>
                    <a:p>
                      <a:r>
                        <a:rPr sz="1875" b="0">
                          <a:solidFill>
                            <a:srgbClr val="2A2A2A"/>
                          </a:solidFill>
                          <a:latin typeface="Instrument Sans"/>
                          <a:ea typeface="Instrument Sans"/>
                          <a:cs typeface="Instrument Sans"/>
                        </a:rPr>
                        <a:t>Issuer-bound threshold proof</a:t>
                      </a:r>
                    </a:p>
                    <a:p>
                      <a:r>
                        <a:rPr sz="1875" b="0">
                          <a:solidFill>
                            <a:srgbClr val="2A2A2A"/>
                          </a:solidFill>
                          <a:latin typeface="Instrument Sans"/>
                          <a:ea typeface="Instrument Sans"/>
                          <a:cs typeface="Instrument Sans"/>
                        </a:rPr>
                        <a:t>Hides the exact balance</a:t>
                      </a:r>
                    </a:p>
                  </a:txBody>
                  <a:tcPr marL="91440" marR="91440" marT="45720" marB="45720" anchor="ctr">
                    <a:lnR w="9525">
                      <a:solidFill>
                        <a:srgbClr val="DFDDD6"/>
                      </a:solidFill>
                      <a:prstDash val="solid"/>
                    </a:lnR>
                    <a:lnB w="9525">
                      <a:solidFill>
                        <a:srgbClr val="DFDDD6"/>
                      </a:solidFill>
                      <a:prstDash val="solid"/>
                    </a:lnB>
                    <a:solidFill>
                      <a:srgbClr val="F7F6F2"/>
                    </a:solidFill>
                  </a:tcPr>
                </a:tc>
              </a:tr>
              <a:tr h="723900">
                <a:tc>
                  <a:txBody>
                    <a:bodyPr lIns="133350" tIns="76200" rIns="133350" bIns="76200">
                      <a:noAutofit/>
                    </a:bodyPr>
                    <a:lstStyle/>
                    <a:p>
                      <a:r>
                        <a:rPr sz="1875" b="1">
                          <a:solidFill>
                            <a:srgbClr val="2A2A2A"/>
                          </a:solidFill>
                          <a:latin typeface="Instrument Sans"/>
                          <a:ea typeface="Instrument Sans"/>
                          <a:cs typeface="Instrument Sans"/>
                        </a:rPr>
                        <a:t>IntegraLayer</a:t>
                      </a:r>
                    </a:p>
                  </a:txBody>
                  <a:tcPr marL="91440" marR="91440" marT="45720" marB="45720" anchor="ctr">
                    <a:lnL w="9525">
                      <a:solidFill>
                        <a:srgbClr val="DFDDD6"/>
                      </a:solidFill>
                      <a:prstDash val="solid"/>
                    </a:lnL>
                    <a:lnR w="9525">
                      <a:solidFill>
                        <a:srgbClr val="DFDDD6"/>
                      </a:solidFill>
                      <a:prstDash val="solid"/>
                    </a:lnR>
                    <a:lnB w="9525">
                      <a:solidFill>
                        <a:srgbClr val="DFDDD6"/>
                      </a:solidFill>
                      <a:prstDash val="solid"/>
                    </a:lnB>
                    <a:solidFill>
                      <a:srgbClr val="F7F6F2"/>
                    </a:solidFill>
                  </a:tcPr>
                </a:tc>
                <a:tc>
                  <a:txBody>
                    <a:bodyPr lIns="133350" tIns="76200" rIns="133350" bIns="76200">
                      <a:noAutofit/>
                    </a:bodyPr>
                    <a:lstStyle/>
                    <a:p>
                      <a:r>
                        <a:rPr sz="1875" b="0">
                          <a:solidFill>
                            <a:srgbClr val="2A2A2A"/>
                          </a:solidFill>
                          <a:latin typeface="Instrument Sans"/>
                          <a:ea typeface="Instrument Sans"/>
                          <a:cs typeface="Instrument Sans"/>
                        </a:rPr>
                        <a:t>Attested property data</a:t>
                      </a:r>
                    </a:p>
                    <a:p>
                      <a:r>
                        <a:rPr sz="1875" b="0">
                          <a:solidFill>
                            <a:srgbClr val="2A2A2A"/>
                          </a:solidFill>
                          <a:latin typeface="Instrument Sans"/>
                          <a:ea typeface="Instrument Sans"/>
                          <a:cs typeface="Instrument Sans"/>
                        </a:rPr>
                        <a:t>Onchain Asset Passport</a:t>
                      </a:r>
                    </a:p>
                  </a:txBody>
                  <a:tcPr marL="91440" marR="91440" marT="45720" marB="45720" anchor="ctr">
                    <a:lnR w="9525">
                      <a:solidFill>
                        <a:srgbClr val="DFDDD6"/>
                      </a:solidFill>
                      <a:prstDash val="solid"/>
                    </a:lnR>
                    <a:lnB w="9525">
                      <a:solidFill>
                        <a:srgbClr val="DFDDD6"/>
                      </a:solidFill>
                      <a:prstDash val="solid"/>
                    </a:lnB>
                    <a:solidFill>
                      <a:srgbClr val="F7F6F2"/>
                    </a:solidFill>
                  </a:tcPr>
                </a:tc>
                <a:tc>
                  <a:txBody>
                    <a:bodyPr lIns="133350" tIns="76200" rIns="133350" bIns="76200">
                      <a:noAutofit/>
                    </a:bodyPr>
                    <a:lstStyle/>
                    <a:p>
                      <a:r>
                        <a:rPr sz="1875" b="0">
                          <a:solidFill>
                            <a:srgbClr val="2A2A2A"/>
                          </a:solidFill>
                          <a:latin typeface="Instrument Sans"/>
                          <a:ea typeface="Instrument Sans"/>
                          <a:cs typeface="Instrument Sans"/>
                        </a:rPr>
                        <a:t>Deal-specific authority claim</a:t>
                      </a:r>
                    </a:p>
                    <a:p>
                      <a:r>
                        <a:rPr sz="1875" b="0">
                          <a:solidFill>
                            <a:srgbClr val="2A2A2A"/>
                          </a:solidFill>
                          <a:latin typeface="Instrument Sans"/>
                          <a:ea typeface="Instrument Sans"/>
                          <a:cs typeface="Instrument Sans"/>
                        </a:rPr>
                        <a:t>From an authorized issuer</a:t>
                      </a:r>
                    </a:p>
                  </a:txBody>
                  <a:tcPr marL="91440" marR="91440" marT="45720" marB="45720" anchor="ctr">
                    <a:lnR w="9525">
                      <a:solidFill>
                        <a:srgbClr val="DFDDD6"/>
                      </a:solidFill>
                      <a:prstDash val="solid"/>
                    </a:lnR>
                    <a:lnB w="9525">
                      <a:solidFill>
                        <a:srgbClr val="DFDDD6"/>
                      </a:solidFill>
                      <a:prstDash val="solid"/>
                    </a:lnB>
                    <a:solidFill>
                      <a:srgbClr val="F7F6F2"/>
                    </a:solidFill>
                  </a:tcPr>
                </a:tc>
              </a:tr>
              <a:tr h="723900">
                <a:tc>
                  <a:txBody>
                    <a:bodyPr lIns="133350" tIns="76200" rIns="133350" bIns="76200">
                      <a:noAutofit/>
                    </a:bodyPr>
                    <a:lstStyle/>
                    <a:p>
                      <a:r>
                        <a:rPr sz="1875" b="1">
                          <a:solidFill>
                            <a:srgbClr val="2A2A2A"/>
                          </a:solidFill>
                          <a:latin typeface="Instrument Sans"/>
                          <a:ea typeface="Instrument Sans"/>
                          <a:cs typeface="Instrument Sans"/>
                        </a:rPr>
                        <a:t>MERKAO</a:t>
                      </a:r>
                    </a:p>
                  </a:txBody>
                  <a:tcPr marL="91440" marR="91440" marT="45720" marB="45720" anchor="ctr">
                    <a:lnL w="9525">
                      <a:solidFill>
                        <a:srgbClr val="DFDDD6"/>
                      </a:solidFill>
                      <a:prstDash val="solid"/>
                    </a:lnL>
                    <a:lnR w="9525">
                      <a:solidFill>
                        <a:srgbClr val="DFDDD6"/>
                      </a:solidFill>
                      <a:prstDash val="solid"/>
                    </a:lnR>
                    <a:lnB w="9525">
                      <a:solidFill>
                        <a:srgbClr val="DFDDD6"/>
                      </a:solidFill>
                      <a:prstDash val="solid"/>
                    </a:lnB>
                    <a:solidFill>
                      <a:srgbClr val="F7F6F2"/>
                    </a:solidFill>
                  </a:tcPr>
                </a:tc>
                <a:tc>
                  <a:txBody>
                    <a:bodyPr lIns="133350" tIns="76200" rIns="133350" bIns="76200">
                      <a:noAutofit/>
                    </a:bodyPr>
                    <a:lstStyle/>
                    <a:p>
                      <a:r>
                        <a:rPr sz="1875" b="0">
                          <a:solidFill>
                            <a:srgbClr val="2A2A2A"/>
                          </a:solidFill>
                          <a:latin typeface="Instrument Sans"/>
                          <a:ea typeface="Instrument Sans"/>
                          <a:cs typeface="Instrument Sans"/>
                        </a:rPr>
                        <a:t>Verified counterparties</a:t>
                      </a:r>
                    </a:p>
                    <a:p>
                      <a:r>
                        <a:rPr sz="1875" b="0">
                          <a:solidFill>
                            <a:srgbClr val="2A2A2A"/>
                          </a:solidFill>
                          <a:latin typeface="Instrument Sans"/>
                          <a:ea typeface="Instrument Sans"/>
                          <a:cs typeface="Instrument Sans"/>
                        </a:rPr>
                        <a:t>NDAs and private data rooms</a:t>
                      </a:r>
                    </a:p>
                  </a:txBody>
                  <a:tcPr marL="91440" marR="91440" marT="45720" marB="45720" anchor="ctr">
                    <a:lnR w="9525">
                      <a:solidFill>
                        <a:srgbClr val="DFDDD6"/>
                      </a:solidFill>
                      <a:prstDash val="solid"/>
                    </a:lnR>
                    <a:lnB w="9525">
                      <a:solidFill>
                        <a:srgbClr val="DFDDD6"/>
                      </a:solidFill>
                      <a:prstDash val="solid"/>
                    </a:lnB>
                    <a:solidFill>
                      <a:srgbClr val="F7F6F2"/>
                    </a:solidFill>
                  </a:tcPr>
                </a:tc>
                <a:tc>
                  <a:txBody>
                    <a:bodyPr lIns="133350" tIns="76200" rIns="133350" bIns="76200">
                      <a:noAutofit/>
                    </a:bodyPr>
                    <a:lstStyle/>
                    <a:p>
                      <a:r>
                        <a:rPr sz="1875" b="0">
                          <a:solidFill>
                            <a:srgbClr val="2A2A2A"/>
                          </a:solidFill>
                          <a:latin typeface="Instrument Sans"/>
                          <a:ea typeface="Instrument Sans"/>
                          <a:cs typeface="Instrument Sans"/>
                        </a:rPr>
                        <a:t>Stellar-enforced qualification</a:t>
                      </a:r>
                    </a:p>
                    <a:p>
                      <a:r>
                        <a:rPr sz="1875" b="0">
                          <a:solidFill>
                            <a:srgbClr val="2A2A2A"/>
                          </a:solidFill>
                          <a:latin typeface="Instrument Sans"/>
                          <a:ea typeface="Instrument Sans"/>
                          <a:cs typeface="Instrument Sans"/>
                        </a:rPr>
                        <a:t>And mutual disclosure consent</a:t>
                      </a:r>
                    </a:p>
                  </a:txBody>
                  <a:tcPr marL="91440" marR="91440" marT="45720" marB="45720" anchor="ctr">
                    <a:lnR w="9525">
                      <a:solidFill>
                        <a:srgbClr val="DFDDD6"/>
                      </a:solidFill>
                      <a:prstDash val="solid"/>
                    </a:lnR>
                    <a:lnB w="9525">
                      <a:solidFill>
                        <a:srgbClr val="DFDDD6"/>
                      </a:solidFill>
                      <a:prstDash val="solid"/>
                    </a:lnB>
                    <a:solidFill>
                      <a:srgbClr val="F7F6F2"/>
                    </a:solidFill>
                  </a:tcPr>
                </a:tc>
              </a:tr>
            </a:tbl>
          </a:graphicData>
        </a:graphic>
      </p:graphicFrame>
      <p:pic>
        <p:nvPicPr>
          <p:cNvPr id="148" name="">
            <a:extLst xmlns:a="http://schemas.openxmlformats.org/drawingml/2006/main">
              <a:ext uri="{FF2B5EF4-FFF2-40B4-BE49-F238E27FC236}">
                <a16:creationId xmlns:a16="http://schemas.microsoft.com/office/drawing/2014/main" id="{BDCC21B7-1A7C-4F46-B56F-11CA33852504}"/>
              </a:ext>
            </a:extLst>
          </p:cNvPr>
          <p:cNvPicPr>
            <a:picLocks xmlns:a="http://schemas.openxmlformats.org/drawingml/2006/main" noChangeAspect="1"/>
          </p:cNvPicPr>
          <p:nvPr/>
        </p:nvPicPr>
        <p:blipFill>
          <a:blip xmlns:r="http://schemas.openxmlformats.org/officeDocument/2006/relationships" xmlns:a="http://schemas.openxmlformats.org/drawingml/2006/main" r:embed="R961cd628ecf3443e"/>
          <a:stretch xmlns:a="http://schemas.openxmlformats.org/drawingml/2006/main"/>
        </p:blipFill>
        <p:spPr>
          <a:xfrm xmlns:a="http://schemas.openxmlformats.org/drawingml/2006/main">
            <a:off x="12893040" y="4023360"/>
            <a:ext cx="4480560" cy="3480435"/>
          </a:xfrm>
          <a:prstGeom xmlns:a="http://schemas.openxmlformats.org/drawingml/2006/main" prst="rect">
            <a:avLst/>
          </a:prstGeom>
        </p:spPr>
      </p:pic>
      <p:pic>
        <p:nvPicPr>
          <p:cNvPr id="149" name="">
            <a:extLst xmlns:a="http://schemas.openxmlformats.org/drawingml/2006/main">
              <a:ext uri="{FF2B5EF4-FFF2-40B4-BE49-F238E27FC236}">
                <a16:creationId xmlns:a16="http://schemas.microsoft.com/office/drawing/2014/main" id="{2AF4FCCA-2A97-4557-B5D8-03508D923745}"/>
              </a:ext>
            </a:extLst>
          </p:cNvPr>
          <p:cNvPicPr>
            <a:picLocks xmlns:a="http://schemas.openxmlformats.org/drawingml/2006/main" noChangeAspect="1"/>
          </p:cNvPicPr>
          <p:nvPr/>
        </p:nvPicPr>
        <p:blipFill>
          <a:blip xmlns:r="http://schemas.openxmlformats.org/officeDocument/2006/relationships" xmlns:a="http://schemas.openxmlformats.org/drawingml/2006/main" r:embed="R6baaff9f8c634521"/>
          <a:srcRect xmlns:a="http://schemas.openxmlformats.org/drawingml/2006/main" l="0" t="0" r="0" b="0"/>
          <a:stretch xmlns:a="http://schemas.openxmlformats.org/drawingml/2006/main"/>
        </p:blipFill>
        <p:spPr>
          <a:xfrm xmlns:a="http://schemas.openxmlformats.org/drawingml/2006/main">
            <a:off x="12611100" y="3238500"/>
            <a:ext cx="4762500" cy="4095750"/>
          </a:xfrm>
          <a:prstGeom xmlns:a="http://schemas.openxmlformats.org/drawingml/2006/main" prst="rect">
            <a:avLst/>
          </a:prstGeom>
        </p:spPr>
      </p:pic>
    </p:spTree>
    <p:extLst>
      <p:ext uri="{BB962C8B-B14F-4D97-AF65-F5344CB8AC3E}">
        <p14:creationId xmlns:p14="http://schemas.microsoft.com/office/powerpoint/2010/main" val="605699683"/>
      </p:ext>
    </p:extLst>
  </p:cSld>
</p:sld>
</file>

<file path=ppt/slides/slide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50" name="Google Shape;150;p16">
            <a:extLst xmlns:a="http://schemas.openxmlformats.org/drawingml/2006/main">
              <a:ext uri="{FF2B5EF4-FFF2-40B4-BE49-F238E27FC236}">
                <a16:creationId xmlns:a16="http://schemas.microsoft.com/office/drawing/2014/main" id="{85C5989C-8846-4E3B-B50D-094140EABE6A}"/>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51" name="Google Shape;151;p16">
            <a:extLst xmlns:a="http://schemas.openxmlformats.org/drawingml/2006/main">
              <a:ext uri="{FF2B5EF4-FFF2-40B4-BE49-F238E27FC236}">
                <a16:creationId xmlns:a16="http://schemas.microsoft.com/office/drawing/2014/main" id="{F00A8A7B-FFA5-4E89-8C3F-E8F5353DF9DD}"/>
              </a:ext>
            </a:extLst>
          </p:cNvPr>
          <p:cNvSpPr>
            <a:spLocks xmlns:a="http://schemas.openxmlformats.org/drawingml/2006/main" noGrp="1"/>
          </p:cNvSpPr>
          <p:nvPr/>
        </p:nvSpPr>
        <p:spPr>
          <a:xfrm xmlns:a="http://schemas.openxmlformats.org/drawingml/2006/main">
            <a:off x="9144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05 / 07</a:t>
            </a:r>
            <a:endParaRPr/>
          </a:p>
        </p:txBody>
      </p:sp>
      <p:sp>
        <p:nvSpPr>
          <p:cNvPr id="152" name="Google Shape;152;p16">
            <a:extLst xmlns:a="http://schemas.openxmlformats.org/drawingml/2006/main">
              <a:ext uri="{FF2B5EF4-FFF2-40B4-BE49-F238E27FC236}">
                <a16:creationId xmlns:a16="http://schemas.microsoft.com/office/drawing/2014/main" id="{CD34A260-CF33-49E2-84D1-C699D5B2A6F6}"/>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53" name="Google Shape;153;p16">
            <a:extLst xmlns:a="http://schemas.openxmlformats.org/drawingml/2006/main">
              <a:ext uri="{FF2B5EF4-FFF2-40B4-BE49-F238E27FC236}">
                <a16:creationId xmlns:a16="http://schemas.microsoft.com/office/drawing/2014/main" id="{7A35BA08-81A7-42ED-B825-39793C0216DF}"/>
              </a:ext>
            </a:extLst>
          </p:cNvPr>
          <p:cNvSpPr>
            <a:spLocks xmlns:a="http://schemas.openxmlformats.org/drawingml/2006/main" noGrp="1"/>
          </p:cNvSpPr>
          <p:nvPr/>
        </p:nvSpPr>
        <p:spPr>
          <a:xfrm xmlns:a="http://schemas.openxmlformats.org/drawingml/2006/main">
            <a:off x="128016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NEXT ▸ SYSTEM ARCHITECTURE</a:t>
            </a:r>
            <a:endParaRPr/>
          </a:p>
        </p:txBody>
      </p:sp>
      <p:sp>
        <p:nvSpPr>
          <p:cNvPr id="154" name="Google Shape;154;p16">
            <a:extLst xmlns:a="http://schemas.openxmlformats.org/drawingml/2006/main">
              <a:ext uri="{FF2B5EF4-FFF2-40B4-BE49-F238E27FC236}">
                <a16:creationId xmlns:a16="http://schemas.microsoft.com/office/drawing/2014/main" id="{E27254A5-EED6-4B59-9DD7-31D3C56D172B}"/>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03 / 04</a:t>
            </a:r>
            <a:endParaRPr/>
          </a:p>
        </p:txBody>
      </p:sp>
      <p:sp>
        <p:nvSpPr>
          <p:cNvPr id="155" name="Google Shape;155;p16">
            <a:extLst xmlns:a="http://schemas.openxmlformats.org/drawingml/2006/main">
              <a:ext uri="{FF2B5EF4-FFF2-40B4-BE49-F238E27FC236}">
                <a16:creationId xmlns:a16="http://schemas.microsoft.com/office/drawing/2014/main" id="{E483756A-1762-4828-884A-E49505290C43}"/>
              </a:ext>
            </a:extLst>
          </p:cNvPr>
          <p:cNvSpPr>
            <a:spLocks xmlns:a="http://schemas.openxmlformats.org/drawingml/2006/main" noGrp="1"/>
          </p:cNvSpPr>
          <p:nvPr/>
        </p:nvSpPr>
        <p:spPr>
          <a:xfrm xmlns:a="http://schemas.openxmlformats.org/drawingml/2006/main">
            <a:off x="914400" y="2103120"/>
            <a:ext cx="16459200" cy="15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0000" b="1" i="0" u="none" strike="noStrike" cap="none">
                <a:solidFill>
                  <a:srgbClr val="0F0F0F"/>
                </a:solidFill>
                <a:latin typeface="Inter Tight"/>
                <a:ea typeface="Inter Tight"/>
                <a:cs typeface="Inter Tight"/>
              </a:rPr>
              <a:t>VERIFIED WORKFLOW</a:t>
            </a:r>
            <a:endParaRPr/>
          </a:p>
        </p:txBody>
      </p:sp>
      <p:sp>
        <p:nvSpPr>
          <p:cNvPr id="156" name="Google Shape;156;p16">
            <a:extLst xmlns:a="http://schemas.openxmlformats.org/drawingml/2006/main">
              <a:ext uri="{FF2B5EF4-FFF2-40B4-BE49-F238E27FC236}">
                <a16:creationId xmlns:a16="http://schemas.microsoft.com/office/drawing/2014/main" id="{CA0E6CDD-3EB4-4254-809E-2FE090F966A4}"/>
              </a:ext>
            </a:extLst>
          </p:cNvPr>
          <p:cNvSpPr>
            <a:spLocks xmlns:a="http://schemas.openxmlformats.org/drawingml/2006/main" noGrp="1"/>
          </p:cNvSpPr>
          <p:nvPr/>
        </p:nvSpPr>
        <p:spPr>
          <a:xfrm xmlns:a="http://schemas.openxmlformats.org/drawingml/2006/main">
            <a:off x="914400" y="3931920"/>
            <a:ext cx="1097280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2800" b="1" i="0" u="none" strike="noStrike" cap="none">
                <a:solidFill>
                  <a:srgbClr val="0F0F0F"/>
                </a:solidFill>
                <a:latin typeface="Instrument Sans"/>
                <a:ea typeface="Instrument Sans"/>
                <a:cs typeface="Instrument Sans"/>
              </a:rPr>
              <a:t>Buyer proof, seller authority and consent are live on Testnet</a:t>
            </a:r>
            <a:endParaRPr/>
          </a:p>
        </p:txBody>
      </p:sp>
      <p:sp>
        <p:nvSpPr>
          <p:cNvPr id="157" name="Google Shape;157;p16">
            <a:extLst xmlns:a="http://schemas.openxmlformats.org/drawingml/2006/main">
              <a:ext uri="{FF2B5EF4-FFF2-40B4-BE49-F238E27FC236}">
                <a16:creationId xmlns:a16="http://schemas.microsoft.com/office/drawing/2014/main" id="{3780A7D6-3C8C-428E-97D0-8DE277659E5B}"/>
              </a:ext>
            </a:extLst>
          </p:cNvPr>
          <p:cNvSpPr>
            <a:spLocks xmlns:a="http://schemas.openxmlformats.org/drawingml/2006/main" noGrp="1"/>
          </p:cNvSpPr>
          <p:nvPr/>
        </p:nvSpPr>
        <p:spPr>
          <a:xfrm xmlns:a="http://schemas.openxmlformats.org/drawingml/2006/main">
            <a:off x="914400" y="4709160"/>
            <a:ext cx="11612880" cy="1844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2400">
                <a:solidFill>
                  <a:srgbClr val="2A2A2A"/>
                </a:solidFill>
                <a:latin typeface="Instrument Sans"/>
                <a:ea typeface="Instrument Sans"/>
                <a:cs typeface="Instrument Sans"/>
              </a:defRPr>
            </a:defPPr>
            <a:lvl1pPr>
              <a:buNone/>
              <a:defRPr sz="2400">
                <a:solidFill>
                  <a:srgbClr val="2A2A2A"/>
                </a:solidFill>
                <a:latin typeface="Instrument Sans"/>
                <a:ea typeface="Instrument Sans"/>
                <a:cs typeface="Instrument Sans"/>
              </a:defRPr>
            </a:lvl1pPr>
            <a:lvl2pPr>
              <a:buNone/>
              <a:defRPr sz="2400">
                <a:solidFill>
                  <a:srgbClr val="2A2A2A"/>
                </a:solidFill>
                <a:latin typeface="Instrument Sans"/>
                <a:ea typeface="Instrument Sans"/>
                <a:cs typeface="Instrument Sans"/>
              </a:defRPr>
            </a:lvl2pPr>
            <a:lvl3pPr>
              <a:buNone/>
              <a:defRPr sz="2400">
                <a:solidFill>
                  <a:srgbClr val="2A2A2A"/>
                </a:solidFill>
                <a:latin typeface="Instrument Sans"/>
                <a:ea typeface="Instrument Sans"/>
                <a:cs typeface="Instrument Sans"/>
              </a:defRPr>
            </a:lvl3pPr>
            <a:lvl4pPr>
              <a:buNone/>
              <a:defRPr sz="2400">
                <a:solidFill>
                  <a:srgbClr val="2A2A2A"/>
                </a:solidFill>
                <a:latin typeface="Instrument Sans"/>
                <a:ea typeface="Instrument Sans"/>
                <a:cs typeface="Instrument Sans"/>
              </a:defRPr>
            </a:lvl4pPr>
            <a:lvl5pPr>
              <a:buNone/>
              <a:defRPr sz="2400">
                <a:solidFill>
                  <a:srgbClr val="2A2A2A"/>
                </a:solidFill>
                <a:latin typeface="Instrument Sans"/>
                <a:ea typeface="Instrument Sans"/>
                <a:cs typeface="Instrument Sans"/>
              </a:defRPr>
            </a:lvl5pPr>
            <a:lvl6pPr>
              <a:buNone/>
              <a:defRPr sz="2400">
                <a:solidFill>
                  <a:srgbClr val="2A2A2A"/>
                </a:solidFill>
                <a:latin typeface="Instrument Sans"/>
                <a:ea typeface="Instrument Sans"/>
                <a:cs typeface="Instrument Sans"/>
              </a:defRPr>
            </a:lvl6pPr>
            <a:lvl7pPr>
              <a:buNone/>
              <a:defRPr sz="2400">
                <a:solidFill>
                  <a:srgbClr val="2A2A2A"/>
                </a:solidFill>
                <a:latin typeface="Instrument Sans"/>
                <a:ea typeface="Instrument Sans"/>
                <a:cs typeface="Instrument Sans"/>
              </a:defRPr>
            </a:lvl7pPr>
            <a:lvl8pPr>
              <a:buNone/>
              <a:defRPr sz="2400">
                <a:solidFill>
                  <a:srgbClr val="2A2A2A"/>
                </a:solidFill>
                <a:latin typeface="Instrument Sans"/>
                <a:ea typeface="Instrument Sans"/>
                <a:cs typeface="Instrument Sans"/>
              </a:defRPr>
            </a:lvl8pPr>
            <a:lvl9pPr>
              <a:buNone/>
              <a:defRPr sz="2400">
                <a:solidFill>
                  <a:srgbClr val="2A2A2A"/>
                </a:solidFill>
                <a:latin typeface="Instrument Sans"/>
                <a:ea typeface="Instrument Sans"/>
                <a:cs typeface="Instrument Sans"/>
              </a:defRPr>
            </a:lvl9pPr>
          </a:lstStyle>
          <a:p xmlns:a="http://schemas.openxmlformats.org/drawingml/2006/main">
            <a:pPr marL="411480" marR="0" lvl="0" indent="-411480" algn="l">
              <a:spcBef>
                <a:spcPts val="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Browser generates a genuine Groth16 eligibility proof.</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Stellar verifies the proof and the property issuer’s authority.</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Both parties consent; the API rechecks current chain state.</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Underfunding, expiry, forgery, replay and revoked access fail.</a:t>
            </a:r>
            <a:endParaRPr/>
          </a:p>
        </p:txBody>
      </p:sp>
      <p:sp>
        <p:nvSpPr>
          <p:cNvPr id="158" name="Google Shape;158;p16">
            <a:extLst xmlns:a="http://schemas.openxmlformats.org/drawingml/2006/main">
              <a:ext uri="{FF2B5EF4-FFF2-40B4-BE49-F238E27FC236}">
                <a16:creationId xmlns:a16="http://schemas.microsoft.com/office/drawing/2014/main" id="{9E580F45-3BC9-4FD8-AAA0-9BF7110165A8}"/>
              </a:ext>
            </a:extLst>
          </p:cNvPr>
          <p:cNvSpPr>
            <a:spLocks xmlns:a="http://schemas.openxmlformats.org/drawingml/2006/main" noGrp="1"/>
          </p:cNvSpPr>
          <p:nvPr/>
        </p:nvSpPr>
        <p:spPr>
          <a:xfrm xmlns:a="http://schemas.openxmlformats.org/drawingml/2006/main">
            <a:off x="914400" y="7086600"/>
            <a:ext cx="10789920" cy="1051560"/>
          </a:xfrm>
          <a:prstGeom xmlns:a="http://schemas.openxmlformats.org/drawingml/2006/main" prst="roundRect">
            <a:avLst>
              <a:gd name="adj" fmla="val 22000"/>
            </a:avLst>
          </a:prstGeom>
          <a:solidFill xmlns:a="http://schemas.openxmlformats.org/drawingml/2006/main">
            <a:srgbClr val="FFFFFF"/>
          </a:solidFill>
          <a:ln xmlns:a="http://schemas.openxmlformats.org/drawingml/2006/main" w="38100" cap="flat" cmpd="sng">
            <a:solidFill>
              <a:srgbClr val="FDDA24"/>
            </a:solidFill>
            <a:prstDash val="solid"/>
            <a:round/>
            <a:headEnd type="none" w="sm" len="sm"/>
            <a:tailEnd type="none" w="sm" len="sm"/>
          </a:ln>
        </p:spPr>
        <p:txBody>
          <a:bodyPr xmlns:a="http://schemas.openxmlformats.org/drawingml/2006/main" spcFirstLastPara="1" wrap="square" lIns="365750" tIns="0" rIns="365750" bIns="0" anchor="ctr">
            <a:noAutofit/>
          </a:bodyPr>
          <a:lstStyle xmlns:a="http://schemas.openxmlformats.org/drawingml/2006/main"/>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1.6–2.6s browser proof observed on this demo device.</a:t>
            </a:r>
            <a:endParaRPr/>
          </a:p>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Live operation history and public Testnet receipts.</a:t>
            </a:r>
            <a:endParaRPr/>
          </a:p>
        </p:txBody>
      </p:sp>
      <p:sp>
        <p:nvSpPr>
          <p:cNvPr id="159" name="Google Shape;159;p16">
            <a:extLst xmlns:a="http://schemas.openxmlformats.org/drawingml/2006/main">
              <a:ext uri="{FF2B5EF4-FFF2-40B4-BE49-F238E27FC236}">
                <a16:creationId xmlns:a16="http://schemas.microsoft.com/office/drawing/2014/main" id="{5E25FB48-E0C5-4FD0-BE64-19BB799284E5}"/>
              </a:ext>
            </a:extLst>
          </p:cNvPr>
          <p:cNvSpPr>
            <a:spLocks xmlns:a="http://schemas.openxmlformats.org/drawingml/2006/main" noGrp="1"/>
          </p:cNvSpPr>
          <p:nvPr/>
        </p:nvSpPr>
        <p:spPr>
          <a:xfrm xmlns:a="http://schemas.openxmlformats.org/drawingml/2006/main">
            <a:off x="12893040" y="4023360"/>
            <a:ext cx="4480560" cy="2597771"/>
          </a:xfrm>
          <a:custGeom xmlns:a="http://schemas.openxmlformats.org/drawingml/2006/main">
            <a:rect l="l" t="t" r="r" b="b"/>
            <a:pathLst>
              <a:path w="4480560" h="2597771">
                <a:moveTo>
                  <a:pt x="0" y="0"/>
                </a:moveTo>
                <a:lnTo>
                  <a:pt x="0" y="1000976"/>
                </a:lnTo>
                <a:lnTo>
                  <a:pt x="2240280" y="2597771"/>
                </a:lnTo>
                <a:lnTo>
                  <a:pt x="4480560" y="1000976"/>
                </a:lnTo>
                <a:lnTo>
                  <a:pt x="4480560" y="0"/>
                </a:lnTo>
                <a:lnTo>
                  <a:pt x="2240280" y="1358467"/>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0" name="Google Shape;160;p16">
            <a:extLst xmlns:a="http://schemas.openxmlformats.org/drawingml/2006/main">
              <a:ext uri="{FF2B5EF4-FFF2-40B4-BE49-F238E27FC236}">
                <a16:creationId xmlns:a16="http://schemas.microsoft.com/office/drawing/2014/main" id="{225DC292-25C9-4C1B-BFF1-D9867A9A3809}"/>
              </a:ext>
            </a:extLst>
          </p:cNvPr>
          <p:cNvSpPr>
            <a:spLocks xmlns:a="http://schemas.openxmlformats.org/drawingml/2006/main" noGrp="1"/>
          </p:cNvSpPr>
          <p:nvPr/>
        </p:nvSpPr>
        <p:spPr>
          <a:xfrm xmlns:a="http://schemas.openxmlformats.org/drawingml/2006/main">
            <a:off x="12893040" y="5882315"/>
            <a:ext cx="1310802" cy="1620628"/>
          </a:xfrm>
          <a:custGeom xmlns:a="http://schemas.openxmlformats.org/drawingml/2006/main">
            <a:rect l="l" t="t" r="r" b="b"/>
            <a:pathLst>
              <a:path w="1310802" h="1620628">
                <a:moveTo>
                  <a:pt x="0" y="0"/>
                </a:moveTo>
                <a:lnTo>
                  <a:pt x="0" y="1620628"/>
                </a:lnTo>
                <a:lnTo>
                  <a:pt x="1310802"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1" name="Google Shape;161;p16">
            <a:extLst xmlns:a="http://schemas.openxmlformats.org/drawingml/2006/main">
              <a:ext uri="{FF2B5EF4-FFF2-40B4-BE49-F238E27FC236}">
                <a16:creationId xmlns:a16="http://schemas.microsoft.com/office/drawing/2014/main" id="{2EA02A3F-5C96-4A69-8B08-75A949EB7C73}"/>
              </a:ext>
            </a:extLst>
          </p:cNvPr>
          <p:cNvSpPr>
            <a:spLocks xmlns:a="http://schemas.openxmlformats.org/drawingml/2006/main" noGrp="1"/>
          </p:cNvSpPr>
          <p:nvPr/>
        </p:nvSpPr>
        <p:spPr>
          <a:xfrm xmlns:a="http://schemas.openxmlformats.org/drawingml/2006/main">
            <a:off x="16062797" y="5882315"/>
            <a:ext cx="1310803" cy="1620628"/>
          </a:xfrm>
          <a:custGeom xmlns:a="http://schemas.openxmlformats.org/drawingml/2006/main">
            <a:rect l="l" t="t" r="r" b="b"/>
            <a:pathLst>
              <a:path w="1310803" h="1620628">
                <a:moveTo>
                  <a:pt x="1310803" y="0"/>
                </a:moveTo>
                <a:lnTo>
                  <a:pt x="1310803" y="1620628"/>
                </a:lnTo>
                <a:lnTo>
                  <a:pt x="0"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2" name="Google Shape;162;p16">
            <a:extLst xmlns:a="http://schemas.openxmlformats.org/drawingml/2006/main">
              <a:ext uri="{FF2B5EF4-FFF2-40B4-BE49-F238E27FC236}">
                <a16:creationId xmlns:a16="http://schemas.microsoft.com/office/drawing/2014/main" id="{C6EECAC9-2613-4D82-AAD6-712842CD8D81}"/>
              </a:ext>
            </a:extLst>
          </p:cNvPr>
          <p:cNvSpPr>
            <a:spLocks xmlns:a="http://schemas.openxmlformats.org/drawingml/2006/main" noGrp="1"/>
          </p:cNvSpPr>
          <p:nvPr/>
        </p:nvSpPr>
        <p:spPr>
          <a:xfrm xmlns:a="http://schemas.openxmlformats.org/drawingml/2006/main" rot="5400000">
            <a:off x="15133320" y="7498079"/>
            <a:ext cx="502920" cy="5029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3" name="Google Shape;163;p16">
            <a:extLst xmlns:a="http://schemas.openxmlformats.org/drawingml/2006/main">
              <a:ext uri="{FF2B5EF4-FFF2-40B4-BE49-F238E27FC236}">
                <a16:creationId xmlns:a16="http://schemas.microsoft.com/office/drawing/2014/main" id="{B86BDDB9-00F3-4666-BD15-818A68DA84ED}"/>
              </a:ext>
            </a:extLst>
          </p:cNvPr>
          <p:cNvSpPr>
            <a:spLocks xmlns:a="http://schemas.openxmlformats.org/drawingml/2006/main" noGrp="1"/>
          </p:cNvSpPr>
          <p:nvPr/>
        </p:nvSpPr>
        <p:spPr>
          <a:xfrm xmlns:a="http://schemas.openxmlformats.org/drawingml/2006/main" rot="5400000">
            <a:off x="15611094" y="7498079"/>
            <a:ext cx="502920" cy="5029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4" name="Google Shape;164;p16">
            <a:extLst xmlns:a="http://schemas.openxmlformats.org/drawingml/2006/main">
              <a:ext uri="{FF2B5EF4-FFF2-40B4-BE49-F238E27FC236}">
                <a16:creationId xmlns:a16="http://schemas.microsoft.com/office/drawing/2014/main" id="{A6772044-DF10-4EFE-83D1-1CCCD6C1AB2B}"/>
              </a:ext>
            </a:extLst>
          </p:cNvPr>
          <p:cNvSpPr>
            <a:spLocks xmlns:a="http://schemas.openxmlformats.org/drawingml/2006/main" noGrp="1"/>
          </p:cNvSpPr>
          <p:nvPr/>
        </p:nvSpPr>
        <p:spPr>
          <a:xfrm xmlns:a="http://schemas.openxmlformats.org/drawingml/2006/main" rot="5400000">
            <a:off x="16088867" y="7498079"/>
            <a:ext cx="502920" cy="5029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5" name="Google Shape;165;p16">
            <a:extLst xmlns:a="http://schemas.openxmlformats.org/drawingml/2006/main">
              <a:ext uri="{FF2B5EF4-FFF2-40B4-BE49-F238E27FC236}">
                <a16:creationId xmlns:a16="http://schemas.microsoft.com/office/drawing/2014/main" id="{163CDBDC-9112-4D61-A40D-A65102F4A869}"/>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6" name="Google Shape;166;p16">
            <a:extLst xmlns:a="http://schemas.openxmlformats.org/drawingml/2006/main">
              <a:ext uri="{FF2B5EF4-FFF2-40B4-BE49-F238E27FC236}">
                <a16:creationId xmlns:a16="http://schemas.microsoft.com/office/drawing/2014/main" id="{122CBE82-5757-4450-BC19-BDEDAACCAFA7}"/>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67" name="Google Shape;167;p16">
            <a:extLst xmlns:a="http://schemas.openxmlformats.org/drawingml/2006/main">
              <a:ext uri="{FF2B5EF4-FFF2-40B4-BE49-F238E27FC236}">
                <a16:creationId xmlns:a16="http://schemas.microsoft.com/office/drawing/2014/main" id="{A81A83DF-D7BF-400E-8DF6-8B79865B841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56e73267ddb4839">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68" name="MVP target / Synthetic credentials / Res">
            <a:extLst xmlns:a="http://schemas.openxmlformats.org/drawingml/2006/main">
              <a:ext uri="{FF2B5EF4-FFF2-40B4-BE49-F238E27FC236}">
                <a16:creationId xmlns:a16="http://schemas.microsoft.com/office/drawing/2014/main" id="{9DD9E96E-2EB2-492A-99E2-5FE7CFDECCA8}"/>
              </a:ext>
            </a:extLst>
          </p:cNvPr>
          <p:cNvSpPr>
            <a:spLocks xmlns:a="http://schemas.openxmlformats.org/drawingml/2006/main" noGrp="1"/>
          </p:cNvSpPr>
          <p:nvPr/>
        </p:nvSpPr>
        <p:spPr>
          <a:xfrm xmlns:a="http://schemas.openxmlformats.org/drawingml/2006/main">
            <a:off x="914400" y="84201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00">
                <a:solidFill>
                  <a:srgbClr val="5C5C5C"/>
                </a:solidFill>
                <a:latin typeface="JetBrains Mono"/>
                <a:ea typeface="JetBrains Mono"/>
                <a:cs typeface="JetBrains Mono"/>
              </a:defRPr>
            </a:defPPr>
            <a:lvl1pPr>
              <a:buNone/>
              <a:defRPr sz="1400">
                <a:solidFill>
                  <a:srgbClr val="5C5C5C"/>
                </a:solidFill>
                <a:latin typeface="JetBrains Mono"/>
                <a:ea typeface="JetBrains Mono"/>
                <a:cs typeface="JetBrains Mono"/>
              </a:defRPr>
            </a:lvl1pPr>
            <a:lvl2pPr>
              <a:buNone/>
              <a:defRPr sz="1400">
                <a:solidFill>
                  <a:srgbClr val="5C5C5C"/>
                </a:solidFill>
                <a:latin typeface="JetBrains Mono"/>
                <a:ea typeface="JetBrains Mono"/>
                <a:cs typeface="JetBrains Mono"/>
              </a:defRPr>
            </a:lvl2pPr>
            <a:lvl3pPr>
              <a:buNone/>
              <a:defRPr sz="1400">
                <a:solidFill>
                  <a:srgbClr val="5C5C5C"/>
                </a:solidFill>
                <a:latin typeface="JetBrains Mono"/>
                <a:ea typeface="JetBrains Mono"/>
                <a:cs typeface="JetBrains Mono"/>
              </a:defRPr>
            </a:lvl3pPr>
            <a:lvl4pPr>
              <a:buNone/>
              <a:defRPr sz="1400">
                <a:solidFill>
                  <a:srgbClr val="5C5C5C"/>
                </a:solidFill>
                <a:latin typeface="JetBrains Mono"/>
                <a:ea typeface="JetBrains Mono"/>
                <a:cs typeface="JetBrains Mono"/>
              </a:defRPr>
            </a:lvl4pPr>
            <a:lvl5pPr>
              <a:buNone/>
              <a:defRPr sz="1400">
                <a:solidFill>
                  <a:srgbClr val="5C5C5C"/>
                </a:solidFill>
                <a:latin typeface="JetBrains Mono"/>
                <a:ea typeface="JetBrains Mono"/>
                <a:cs typeface="JetBrains Mono"/>
              </a:defRPr>
            </a:lvl5pPr>
            <a:lvl6pPr>
              <a:buNone/>
              <a:defRPr sz="1400">
                <a:solidFill>
                  <a:srgbClr val="5C5C5C"/>
                </a:solidFill>
                <a:latin typeface="JetBrains Mono"/>
                <a:ea typeface="JetBrains Mono"/>
                <a:cs typeface="JetBrains Mono"/>
              </a:defRPr>
            </a:lvl6pPr>
            <a:lvl7pPr>
              <a:buNone/>
              <a:defRPr sz="1400">
                <a:solidFill>
                  <a:srgbClr val="5C5C5C"/>
                </a:solidFill>
                <a:latin typeface="JetBrains Mono"/>
                <a:ea typeface="JetBrains Mono"/>
                <a:cs typeface="JetBrains Mono"/>
              </a:defRPr>
            </a:lvl7pPr>
            <a:lvl8pPr>
              <a:buNone/>
              <a:defRPr sz="1400">
                <a:solidFill>
                  <a:srgbClr val="5C5C5C"/>
                </a:solidFill>
                <a:latin typeface="JetBrains Mono"/>
                <a:ea typeface="JetBrains Mono"/>
                <a:cs typeface="JetBrains Mono"/>
              </a:defRPr>
            </a:lvl8pPr>
            <a:lvl9pPr>
              <a:buNone/>
              <a:defRPr sz="1400">
                <a:solidFill>
                  <a:srgbClr val="5C5C5C"/>
                </a:solidFill>
                <a:latin typeface="JetBrains Mono"/>
                <a:ea typeface="JetBrains Mono"/>
                <a:cs typeface="JetBrains Mono"/>
              </a:defRPr>
            </a:lvl9pPr>
          </a:lstStyle>
          <a:p xmlns:a="http://schemas.openxmlformats.org/drawingml/2006/main">
            <a:pPr>
              <a:buNone/>
              <a:defRPr sz="1400">
                <a:solidFill>
                  <a:srgbClr val="5C5C5C"/>
                </a:solidFill>
                <a:latin typeface="JetBrains Mono"/>
                <a:ea typeface="JetBrains Mono"/>
                <a:cs typeface="JetBrains Mono"/>
              </a:defRPr>
            </a:pPr>
            <a:r>
              <a:rPr sz="1400">
                <a:solidFill>
                  <a:srgbClr val="5C5C5C"/>
                </a:solidFill>
                <a:latin typeface="JetBrains Mono"/>
                <a:ea typeface="JetBrains Mono"/>
                <a:cs typeface="JetBrains Mono"/>
              </a:rPr>
              <a:t>Live Testnet MVP / Synthetic credentials / Unaudited demo setup</a:t>
            </a:r>
          </a:p>
        </p:txBody>
      </p:sp>
      <p:pic>
        <p:nvPicPr>
          <p:cNvPr id="169" name="">
            <a:extLst xmlns:a="http://schemas.openxmlformats.org/drawingml/2006/main">
              <a:ext uri="{FF2B5EF4-FFF2-40B4-BE49-F238E27FC236}">
                <a16:creationId xmlns:a16="http://schemas.microsoft.com/office/drawing/2014/main" id="{47286619-C344-4C3E-AE47-482FFF89C8E8}"/>
              </a:ext>
            </a:extLst>
          </p:cNvPr>
          <p:cNvPicPr>
            <a:picLocks xmlns:a="http://schemas.openxmlformats.org/drawingml/2006/main" noChangeAspect="1"/>
          </p:cNvPicPr>
          <p:nvPr/>
        </p:nvPicPr>
        <p:blipFill>
          <a:blip xmlns:r="http://schemas.openxmlformats.org/officeDocument/2006/relationships" xmlns:a="http://schemas.openxmlformats.org/drawingml/2006/main" r:embed="R9b1951b04c334bb4"/>
          <a:srcRect xmlns:a="http://schemas.openxmlformats.org/drawingml/2006/main" l="0" t="0" r="0" b="0"/>
          <a:stretch xmlns:a="http://schemas.openxmlformats.org/drawingml/2006/main"/>
        </p:blipFill>
        <p:spPr>
          <a:xfrm xmlns:a="http://schemas.openxmlformats.org/drawingml/2006/main">
            <a:off x="12611100" y="3238500"/>
            <a:ext cx="4762500" cy="4095750"/>
          </a:xfrm>
          <a:prstGeom xmlns:a="http://schemas.openxmlformats.org/drawingml/2006/main" prst="rect">
            <a:avLst/>
          </a:prstGeom>
        </p:spPr>
      </p:pic>
    </p:spTree>
    <p:extLst>
      <p:ext uri="{BB962C8B-B14F-4D97-AF65-F5344CB8AC3E}">
        <p14:creationId xmlns:p14="http://schemas.microsoft.com/office/powerpoint/2010/main" val="697853663"/>
      </p:ext>
    </p:extLst>
  </p:cSld>
</p:sld>
</file>

<file path=ppt/slides/slide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50" name="Google Shape;150;p16">
            <a:extLst xmlns:a="http://schemas.openxmlformats.org/drawingml/2006/main">
              <a:ext uri="{FF2B5EF4-FFF2-40B4-BE49-F238E27FC236}">
                <a16:creationId xmlns:a16="http://schemas.microsoft.com/office/drawing/2014/main" id="{85C5989C-8846-4E3B-B50D-094140EABE6A}"/>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51" name="Google Shape;151;p16">
            <a:extLst xmlns:a="http://schemas.openxmlformats.org/drawingml/2006/main">
              <a:ext uri="{FF2B5EF4-FFF2-40B4-BE49-F238E27FC236}">
                <a16:creationId xmlns:a16="http://schemas.microsoft.com/office/drawing/2014/main" id="{F00A8A7B-FFA5-4E89-8C3F-E8F5353DF9DD}"/>
              </a:ext>
            </a:extLst>
          </p:cNvPr>
          <p:cNvSpPr>
            <a:spLocks xmlns:a="http://schemas.openxmlformats.org/drawingml/2006/main" noGrp="1"/>
          </p:cNvSpPr>
          <p:nvPr/>
        </p:nvSpPr>
        <p:spPr>
          <a:xfrm xmlns:a="http://schemas.openxmlformats.org/drawingml/2006/main">
            <a:off x="9144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06 / 07</a:t>
            </a:r>
            <a:endParaRPr/>
          </a:p>
        </p:txBody>
      </p:sp>
      <p:sp>
        <p:nvSpPr>
          <p:cNvPr id="152" name="Google Shape;152;p16">
            <a:extLst xmlns:a="http://schemas.openxmlformats.org/drawingml/2006/main">
              <a:ext uri="{FF2B5EF4-FFF2-40B4-BE49-F238E27FC236}">
                <a16:creationId xmlns:a16="http://schemas.microsoft.com/office/drawing/2014/main" id="{CD34A260-CF33-49E2-84D1-C699D5B2A6F6}"/>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53" name="Google Shape;153;p16">
            <a:extLst xmlns:a="http://schemas.openxmlformats.org/drawingml/2006/main">
              <a:ext uri="{FF2B5EF4-FFF2-40B4-BE49-F238E27FC236}">
                <a16:creationId xmlns:a16="http://schemas.microsoft.com/office/drawing/2014/main" id="{7A35BA08-81A7-42ED-B825-39793C0216DF}"/>
              </a:ext>
            </a:extLst>
          </p:cNvPr>
          <p:cNvSpPr>
            <a:spLocks xmlns:a="http://schemas.openxmlformats.org/drawingml/2006/main" noGrp="1"/>
          </p:cNvSpPr>
          <p:nvPr/>
        </p:nvSpPr>
        <p:spPr>
          <a:xfrm xmlns:a="http://schemas.openxmlformats.org/drawingml/2006/main">
            <a:off x="12801600" y="201168"/>
            <a:ext cx="45720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NEXT ▸ THE TEAM</a:t>
            </a:r>
            <a:endParaRPr/>
          </a:p>
        </p:txBody>
      </p:sp>
      <p:sp>
        <p:nvSpPr>
          <p:cNvPr id="154" name="Google Shape;154;p16">
            <a:extLst xmlns:a="http://schemas.openxmlformats.org/drawingml/2006/main">
              <a:ext uri="{FF2B5EF4-FFF2-40B4-BE49-F238E27FC236}">
                <a16:creationId xmlns:a16="http://schemas.microsoft.com/office/drawing/2014/main" id="{E27254A5-EED6-4B59-9DD7-31D3C56D172B}"/>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03 / 04</a:t>
            </a:r>
            <a:endParaRPr/>
          </a:p>
        </p:txBody>
      </p:sp>
      <p:sp>
        <p:nvSpPr>
          <p:cNvPr id="155" name="Google Shape;155;p16">
            <a:extLst xmlns:a="http://schemas.openxmlformats.org/drawingml/2006/main">
              <a:ext uri="{FF2B5EF4-FFF2-40B4-BE49-F238E27FC236}">
                <a16:creationId xmlns:a16="http://schemas.microsoft.com/office/drawing/2014/main" id="{E483756A-1762-4828-884A-E49505290C43}"/>
              </a:ext>
            </a:extLst>
          </p:cNvPr>
          <p:cNvSpPr>
            <a:spLocks xmlns:a="http://schemas.openxmlformats.org/drawingml/2006/main" noGrp="1"/>
          </p:cNvSpPr>
          <p:nvPr/>
        </p:nvSpPr>
        <p:spPr>
          <a:xfrm xmlns:a="http://schemas.openxmlformats.org/drawingml/2006/main">
            <a:off x="914400" y="2324100"/>
            <a:ext cx="1645920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7125" b="1">
                <a:solidFill>
                  <a:srgbClr val="0F0F0F"/>
                </a:solidFill>
                <a:latin typeface="Inter Tight"/>
                <a:ea typeface="Inter Tight"/>
                <a:cs typeface="Inter Tight"/>
              </a:defRPr>
            </a:defPPr>
            <a:lvl1pPr>
              <a:buNone/>
              <a:defRPr sz="8100" b="1">
                <a:solidFill>
                  <a:srgbClr val="0F0F0F"/>
                </a:solidFill>
                <a:latin typeface="Inter Tight"/>
                <a:ea typeface="Inter Tight"/>
                <a:cs typeface="Inter Tight"/>
              </a:defRPr>
            </a:lvl1pPr>
            <a:lvl2pPr>
              <a:buNone/>
              <a:defRPr sz="8100" b="1">
                <a:solidFill>
                  <a:srgbClr val="0F0F0F"/>
                </a:solidFill>
                <a:latin typeface="Inter Tight"/>
                <a:ea typeface="Inter Tight"/>
                <a:cs typeface="Inter Tight"/>
              </a:defRPr>
            </a:lvl2pPr>
            <a:lvl3pPr>
              <a:buNone/>
              <a:defRPr sz="8100" b="1">
                <a:solidFill>
                  <a:srgbClr val="0F0F0F"/>
                </a:solidFill>
                <a:latin typeface="Inter Tight"/>
                <a:ea typeface="Inter Tight"/>
                <a:cs typeface="Inter Tight"/>
              </a:defRPr>
            </a:lvl3pPr>
            <a:lvl4pPr>
              <a:buNone/>
              <a:defRPr sz="8100" b="1">
                <a:solidFill>
                  <a:srgbClr val="0F0F0F"/>
                </a:solidFill>
                <a:latin typeface="Inter Tight"/>
                <a:ea typeface="Inter Tight"/>
                <a:cs typeface="Inter Tight"/>
              </a:defRPr>
            </a:lvl4pPr>
            <a:lvl5pPr>
              <a:buNone/>
              <a:defRPr sz="8100" b="1">
                <a:solidFill>
                  <a:srgbClr val="0F0F0F"/>
                </a:solidFill>
                <a:latin typeface="Inter Tight"/>
                <a:ea typeface="Inter Tight"/>
                <a:cs typeface="Inter Tight"/>
              </a:defRPr>
            </a:lvl5pPr>
            <a:lvl6pPr>
              <a:buNone/>
              <a:defRPr sz="8100" b="1">
                <a:solidFill>
                  <a:srgbClr val="0F0F0F"/>
                </a:solidFill>
                <a:latin typeface="Inter Tight"/>
                <a:ea typeface="Inter Tight"/>
                <a:cs typeface="Inter Tight"/>
              </a:defRPr>
            </a:lvl6pPr>
            <a:lvl7pPr>
              <a:buNone/>
              <a:defRPr sz="8100" b="1">
                <a:solidFill>
                  <a:srgbClr val="0F0F0F"/>
                </a:solidFill>
                <a:latin typeface="Inter Tight"/>
                <a:ea typeface="Inter Tight"/>
                <a:cs typeface="Inter Tight"/>
              </a:defRPr>
            </a:lvl7pPr>
            <a:lvl8pPr>
              <a:buNone/>
              <a:defRPr sz="8100" b="1">
                <a:solidFill>
                  <a:srgbClr val="0F0F0F"/>
                </a:solidFill>
                <a:latin typeface="Inter Tight"/>
                <a:ea typeface="Inter Tight"/>
                <a:cs typeface="Inter Tight"/>
              </a:defRPr>
            </a:lvl8pPr>
            <a:lvl9pPr>
              <a:buNone/>
              <a:defRPr sz="8100" b="1">
                <a:solidFill>
                  <a:srgbClr val="0F0F0F"/>
                </a:solidFill>
                <a:latin typeface="Inter Tight"/>
                <a:ea typeface="Inter Tight"/>
                <a:cs typeface="Inter Tight"/>
              </a:defRPr>
            </a:lvl9pPr>
          </a:lstStyle>
          <a:p xmlns:a="http://schemas.openxmlformats.org/drawingml/2006/main">
            <a:pPr marL="0" marR="0" lvl="0" indent="0" algn="l">
              <a:spcBef>
                <a:spcPts val="0"/>
              </a:spcBef>
              <a:spcAft>
                <a:spcPts val="0"/>
              </a:spcAft>
              <a:buNone/>
              <a:defRPr sz="7125" b="1">
                <a:solidFill>
                  <a:srgbClr val="0F0F0F"/>
                </a:solidFill>
                <a:latin typeface="Inter Tight"/>
                <a:ea typeface="Inter Tight"/>
                <a:cs typeface="Inter Tight"/>
              </a:defRPr>
            </a:pPr>
            <a:r>
              <a:rPr sz="7125" b="1" i="0" u="none" strike="noStrike" cap="none">
                <a:solidFill>
                  <a:srgbClr val="0F0F0F"/>
                </a:solidFill>
                <a:latin typeface="Inter Tight"/>
                <a:ea typeface="Inter Tight"/>
                <a:cs typeface="Inter Tight"/>
              </a:rPr>
              <a:t>PRODUCTION ARCHITECTURE</a:t>
            </a:r>
            <a:endParaRPr/>
          </a:p>
        </p:txBody>
      </p:sp>
      <p:sp>
        <p:nvSpPr>
          <p:cNvPr id="159" name="Google Shape;159;p16">
            <a:extLst xmlns:a="http://schemas.openxmlformats.org/drawingml/2006/main">
              <a:ext uri="{FF2B5EF4-FFF2-40B4-BE49-F238E27FC236}">
                <a16:creationId xmlns:a16="http://schemas.microsoft.com/office/drawing/2014/main" id="{5E25FB48-E0C5-4FD0-BE64-19BB799284E5}"/>
              </a:ext>
            </a:extLst>
          </p:cNvPr>
          <p:cNvSpPr>
            <a:spLocks xmlns:a="http://schemas.openxmlformats.org/drawingml/2006/main" noGrp="1"/>
          </p:cNvSpPr>
          <p:nvPr/>
        </p:nvSpPr>
        <p:spPr>
          <a:xfrm xmlns:a="http://schemas.openxmlformats.org/drawingml/2006/main">
            <a:off x="12893040" y="4023360"/>
            <a:ext cx="4480560" cy="2597771"/>
          </a:xfrm>
          <a:custGeom xmlns:a="http://schemas.openxmlformats.org/drawingml/2006/main">
            <a:rect l="l" t="t" r="r" b="b"/>
            <a:pathLst>
              <a:path w="4480560" h="2597771">
                <a:moveTo>
                  <a:pt x="0" y="0"/>
                </a:moveTo>
                <a:lnTo>
                  <a:pt x="0" y="1000976"/>
                </a:lnTo>
                <a:lnTo>
                  <a:pt x="2240280" y="2597771"/>
                </a:lnTo>
                <a:lnTo>
                  <a:pt x="4480560" y="1000976"/>
                </a:lnTo>
                <a:lnTo>
                  <a:pt x="4480560" y="0"/>
                </a:lnTo>
                <a:lnTo>
                  <a:pt x="2240280" y="1358467"/>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0" name="Google Shape;160;p16">
            <a:extLst xmlns:a="http://schemas.openxmlformats.org/drawingml/2006/main">
              <a:ext uri="{FF2B5EF4-FFF2-40B4-BE49-F238E27FC236}">
                <a16:creationId xmlns:a16="http://schemas.microsoft.com/office/drawing/2014/main" id="{225DC292-25C9-4C1B-BFF1-D9867A9A3809}"/>
              </a:ext>
            </a:extLst>
          </p:cNvPr>
          <p:cNvSpPr>
            <a:spLocks xmlns:a="http://schemas.openxmlformats.org/drawingml/2006/main" noGrp="1"/>
          </p:cNvSpPr>
          <p:nvPr/>
        </p:nvSpPr>
        <p:spPr>
          <a:xfrm xmlns:a="http://schemas.openxmlformats.org/drawingml/2006/main">
            <a:off x="12893040" y="5882315"/>
            <a:ext cx="1310802" cy="1620628"/>
          </a:xfrm>
          <a:custGeom xmlns:a="http://schemas.openxmlformats.org/drawingml/2006/main">
            <a:rect l="l" t="t" r="r" b="b"/>
            <a:pathLst>
              <a:path w="1310802" h="1620628">
                <a:moveTo>
                  <a:pt x="0" y="0"/>
                </a:moveTo>
                <a:lnTo>
                  <a:pt x="0" y="1620628"/>
                </a:lnTo>
                <a:lnTo>
                  <a:pt x="1310802"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1" name="Google Shape;161;p16">
            <a:extLst xmlns:a="http://schemas.openxmlformats.org/drawingml/2006/main">
              <a:ext uri="{FF2B5EF4-FFF2-40B4-BE49-F238E27FC236}">
                <a16:creationId xmlns:a16="http://schemas.microsoft.com/office/drawing/2014/main" id="{2EA02A3F-5C96-4A69-8B08-75A949EB7C73}"/>
              </a:ext>
            </a:extLst>
          </p:cNvPr>
          <p:cNvSpPr>
            <a:spLocks xmlns:a="http://schemas.openxmlformats.org/drawingml/2006/main" noGrp="1"/>
          </p:cNvSpPr>
          <p:nvPr/>
        </p:nvSpPr>
        <p:spPr>
          <a:xfrm xmlns:a="http://schemas.openxmlformats.org/drawingml/2006/main">
            <a:off x="16062797" y="5882315"/>
            <a:ext cx="1310803" cy="1620628"/>
          </a:xfrm>
          <a:custGeom xmlns:a="http://schemas.openxmlformats.org/drawingml/2006/main">
            <a:rect l="l" t="t" r="r" b="b"/>
            <a:pathLst>
              <a:path w="1310803" h="1620628">
                <a:moveTo>
                  <a:pt x="1310803" y="0"/>
                </a:moveTo>
                <a:lnTo>
                  <a:pt x="1310803" y="1620628"/>
                </a:lnTo>
                <a:lnTo>
                  <a:pt x="0"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2" name="Google Shape;162;p16">
            <a:extLst xmlns:a="http://schemas.openxmlformats.org/drawingml/2006/main">
              <a:ext uri="{FF2B5EF4-FFF2-40B4-BE49-F238E27FC236}">
                <a16:creationId xmlns:a16="http://schemas.microsoft.com/office/drawing/2014/main" id="{C6EECAC9-2613-4D82-AAD6-712842CD8D81}"/>
              </a:ext>
            </a:extLst>
          </p:cNvPr>
          <p:cNvSpPr>
            <a:spLocks xmlns:a="http://schemas.openxmlformats.org/drawingml/2006/main" noGrp="1"/>
          </p:cNvSpPr>
          <p:nvPr/>
        </p:nvSpPr>
        <p:spPr>
          <a:xfrm xmlns:a="http://schemas.openxmlformats.org/drawingml/2006/main" rot="5400000">
            <a:off x="15133320" y="7498079"/>
            <a:ext cx="502920" cy="5029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3" name="Google Shape;163;p16">
            <a:extLst xmlns:a="http://schemas.openxmlformats.org/drawingml/2006/main">
              <a:ext uri="{FF2B5EF4-FFF2-40B4-BE49-F238E27FC236}">
                <a16:creationId xmlns:a16="http://schemas.microsoft.com/office/drawing/2014/main" id="{B86BDDB9-00F3-4666-BD15-818A68DA84ED}"/>
              </a:ext>
            </a:extLst>
          </p:cNvPr>
          <p:cNvSpPr>
            <a:spLocks xmlns:a="http://schemas.openxmlformats.org/drawingml/2006/main" noGrp="1"/>
          </p:cNvSpPr>
          <p:nvPr/>
        </p:nvSpPr>
        <p:spPr>
          <a:xfrm xmlns:a="http://schemas.openxmlformats.org/drawingml/2006/main" rot="5400000">
            <a:off x="15611094" y="7498079"/>
            <a:ext cx="502920" cy="5029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4" name="Google Shape;164;p16">
            <a:extLst xmlns:a="http://schemas.openxmlformats.org/drawingml/2006/main">
              <a:ext uri="{FF2B5EF4-FFF2-40B4-BE49-F238E27FC236}">
                <a16:creationId xmlns:a16="http://schemas.microsoft.com/office/drawing/2014/main" id="{A6772044-DF10-4EFE-83D1-1CCCD6C1AB2B}"/>
              </a:ext>
            </a:extLst>
          </p:cNvPr>
          <p:cNvSpPr>
            <a:spLocks xmlns:a="http://schemas.openxmlformats.org/drawingml/2006/main" noGrp="1"/>
          </p:cNvSpPr>
          <p:nvPr/>
        </p:nvSpPr>
        <p:spPr>
          <a:xfrm xmlns:a="http://schemas.openxmlformats.org/drawingml/2006/main" rot="5400000">
            <a:off x="16088867" y="7498079"/>
            <a:ext cx="502920" cy="5029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5" name="Google Shape;165;p16">
            <a:extLst xmlns:a="http://schemas.openxmlformats.org/drawingml/2006/main">
              <a:ext uri="{FF2B5EF4-FFF2-40B4-BE49-F238E27FC236}">
                <a16:creationId xmlns:a16="http://schemas.microsoft.com/office/drawing/2014/main" id="{163CDBDC-9112-4D61-A40D-A65102F4A869}"/>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6" name="Google Shape;166;p16">
            <a:extLst xmlns:a="http://schemas.openxmlformats.org/drawingml/2006/main">
              <a:ext uri="{FF2B5EF4-FFF2-40B4-BE49-F238E27FC236}">
                <a16:creationId xmlns:a16="http://schemas.microsoft.com/office/drawing/2014/main" id="{122CBE82-5757-4450-BC19-BDEDAACCAFA7}"/>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67" name="Google Shape;167;p16">
            <a:extLst xmlns:a="http://schemas.openxmlformats.org/drawingml/2006/main">
              <a:ext uri="{FF2B5EF4-FFF2-40B4-BE49-F238E27FC236}">
                <a16:creationId xmlns:a16="http://schemas.microsoft.com/office/drawing/2014/main" id="{A9EDDDCB-D9EA-4E7C-B04E-9B38DE9F7E9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12c073d65294efe">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68" name="Production architecture canvas">
            <a:extLst xmlns:a="http://schemas.openxmlformats.org/drawingml/2006/main">
              <a:ext uri="{FF2B5EF4-FFF2-40B4-BE49-F238E27FC236}">
                <a16:creationId xmlns:a16="http://schemas.microsoft.com/office/drawing/2014/main" id="{51BA9C72-C476-4925-B9FB-695EED212BF6}"/>
              </a:ext>
            </a:extLst>
          </p:cNvPr>
          <p:cNvSpPr>
            <a:spLocks xmlns:a="http://schemas.openxmlformats.org/drawingml/2006/main" noGrp="1"/>
          </p:cNvSpPr>
          <p:nvPr/>
        </p:nvSpPr>
        <p:spPr>
          <a:xfrm xmlns:a="http://schemas.openxmlformats.org/drawingml/2006/main">
            <a:off x="914400" y="3476625"/>
            <a:ext cx="16459200" cy="5536276"/>
          </a:xfrm>
          <a:prstGeom xmlns:a="http://schemas.openxmlformats.org/drawingml/2006/main" prst="rect">
            <a:avLst/>
          </a:prstGeom>
          <a:solidFill xmlns:a="http://schemas.openxmlformats.org/drawingml/2006/main">
            <a:srgbClr val="F7F6F2"/>
          </a:solidFill>
          <a:ln xmlns:a="http://schemas.openxmlformats.org/drawingml/2006/main" w="0">
            <a:noFill/>
          </a:ln>
        </p:spPr>
      </p:sp>
      <p:sp>
        <p:nvSpPr>
          <p:cNvPr id="169" name="Architecture flow 1">
            <a:extLst xmlns:a="http://schemas.openxmlformats.org/drawingml/2006/main">
              <a:ext uri="{FF2B5EF4-FFF2-40B4-BE49-F238E27FC236}">
                <a16:creationId xmlns:a16="http://schemas.microsoft.com/office/drawing/2014/main" id="{0E1EC73F-5F43-4169-AAC4-9E73A231A296}"/>
              </a:ext>
            </a:extLst>
          </p:cNvPr>
          <p:cNvSpPr>
            <a:spLocks xmlns:a="http://schemas.openxmlformats.org/drawingml/2006/main" noGrp="1"/>
          </p:cNvSpPr>
          <p:nvPr/>
        </p:nvSpPr>
        <p:spPr>
          <a:xfrm xmlns:a="http://schemas.openxmlformats.org/drawingml/2006/main">
            <a:off x="3532909" y="6783428"/>
            <a:ext cx="972589" cy="7481"/>
          </a:xfrm>
          <a:custGeom xmlns:a="http://schemas.openxmlformats.org/drawingml/2006/main">
            <a:pathLst>
              <a:path w="1238250" h="9525">
                <a:moveTo>
                  <a:pt x="0" y="0"/>
                </a:moveTo>
                <a:lnTo>
                  <a:pt x="1238250" y="0"/>
                </a:lnTo>
              </a:path>
            </a:pathLst>
          </a:custGeom>
          <a:noFill xmlns:a="http://schemas.openxmlformats.org/drawingml/2006/main"/>
          <a:ln xmlns:a="http://schemas.openxmlformats.org/drawingml/2006/main" w="18704">
            <a:solidFill>
              <a:srgbClr val="343B42"/>
            </a:solidFill>
          </a:ln>
        </p:spPr>
      </p:sp>
      <p:sp>
        <p:nvSpPr>
          <p:cNvPr id="170" name="Flow arrow">
            <a:extLst xmlns:a="http://schemas.openxmlformats.org/drawingml/2006/main">
              <a:ext uri="{FF2B5EF4-FFF2-40B4-BE49-F238E27FC236}">
                <a16:creationId xmlns:a16="http://schemas.microsoft.com/office/drawing/2014/main" id="{59C5EFF4-4542-425B-A64F-CF802F252767}"/>
              </a:ext>
            </a:extLst>
          </p:cNvPr>
          <p:cNvSpPr>
            <a:spLocks xmlns:a="http://schemas.openxmlformats.org/drawingml/2006/main" noGrp="1"/>
          </p:cNvSpPr>
          <p:nvPr/>
        </p:nvSpPr>
        <p:spPr>
          <a:xfrm xmlns:a="http://schemas.openxmlformats.org/drawingml/2006/main">
            <a:off x="4428961" y="6736502"/>
            <a:ext cx="76537" cy="93851"/>
          </a:xfrm>
          <a:custGeom xmlns:a="http://schemas.openxmlformats.org/drawingml/2006/main">
            <a:pathLst>
              <a:path w="97444" h="119486">
                <a:moveTo>
                  <a:pt x="0" y="119486"/>
                </a:moveTo>
                <a:lnTo>
                  <a:pt x="97444" y="59743"/>
                </a:lnTo>
                <a:lnTo>
                  <a:pt x="0" y="0"/>
                </a:lnTo>
              </a:path>
            </a:pathLst>
          </a:custGeom>
          <a:noFill xmlns:a="http://schemas.openxmlformats.org/drawingml/2006/main"/>
          <a:ln xmlns:a="http://schemas.openxmlformats.org/drawingml/2006/main" w="18704">
            <a:solidFill>
              <a:srgbClr val="343B42"/>
            </a:solidFill>
          </a:ln>
        </p:spPr>
      </p:sp>
      <p:sp>
        <p:nvSpPr>
          <p:cNvPr id="171" name="Architecture flow 2">
            <a:extLst xmlns:a="http://schemas.openxmlformats.org/drawingml/2006/main">
              <a:ext uri="{FF2B5EF4-FFF2-40B4-BE49-F238E27FC236}">
                <a16:creationId xmlns:a16="http://schemas.microsoft.com/office/drawing/2014/main" id="{20ABD115-4DE1-434B-8F1D-52E3E6DC650C}"/>
              </a:ext>
            </a:extLst>
          </p:cNvPr>
          <p:cNvSpPr>
            <a:spLocks xmlns:a="http://schemas.openxmlformats.org/drawingml/2006/main" noGrp="1"/>
          </p:cNvSpPr>
          <p:nvPr/>
        </p:nvSpPr>
        <p:spPr>
          <a:xfrm xmlns:a="http://schemas.openxmlformats.org/drawingml/2006/main">
            <a:off x="7872153" y="5085138"/>
            <a:ext cx="7481" cy="561109"/>
          </a:xfrm>
          <a:custGeom xmlns:a="http://schemas.openxmlformats.org/drawingml/2006/main">
            <a:pathLst>
              <a:path w="9525" h="714375">
                <a:moveTo>
                  <a:pt x="0" y="0"/>
                </a:moveTo>
                <a:lnTo>
                  <a:pt x="0" y="714375"/>
                </a:lnTo>
              </a:path>
            </a:pathLst>
          </a:custGeom>
          <a:noFill xmlns:a="http://schemas.openxmlformats.org/drawingml/2006/main"/>
          <a:ln xmlns:a="http://schemas.openxmlformats.org/drawingml/2006/main" w="18704">
            <a:solidFill>
              <a:srgbClr val="343B42"/>
            </a:solidFill>
          </a:ln>
        </p:spPr>
      </p:sp>
      <p:sp>
        <p:nvSpPr>
          <p:cNvPr id="172" name="Flow arrow">
            <a:extLst xmlns:a="http://schemas.openxmlformats.org/drawingml/2006/main">
              <a:ext uri="{FF2B5EF4-FFF2-40B4-BE49-F238E27FC236}">
                <a16:creationId xmlns:a16="http://schemas.microsoft.com/office/drawing/2014/main" id="{7B42552A-981D-4662-8F08-94C55905F3D5}"/>
              </a:ext>
            </a:extLst>
          </p:cNvPr>
          <p:cNvSpPr>
            <a:spLocks xmlns:a="http://schemas.openxmlformats.org/drawingml/2006/main" noGrp="1"/>
          </p:cNvSpPr>
          <p:nvPr/>
        </p:nvSpPr>
        <p:spPr>
          <a:xfrm xmlns:a="http://schemas.openxmlformats.org/drawingml/2006/main">
            <a:off x="7825227" y="5569709"/>
            <a:ext cx="93851" cy="76537"/>
          </a:xfrm>
          <a:custGeom xmlns:a="http://schemas.openxmlformats.org/drawingml/2006/main">
            <a:pathLst>
              <a:path w="119486" h="97444">
                <a:moveTo>
                  <a:pt x="0" y="0"/>
                </a:moveTo>
                <a:lnTo>
                  <a:pt x="59743" y="97444"/>
                </a:lnTo>
                <a:lnTo>
                  <a:pt x="119486" y="0"/>
                </a:lnTo>
              </a:path>
            </a:pathLst>
          </a:custGeom>
          <a:noFill xmlns:a="http://schemas.openxmlformats.org/drawingml/2006/main"/>
          <a:ln xmlns:a="http://schemas.openxmlformats.org/drawingml/2006/main" w="18704">
            <a:solidFill>
              <a:srgbClr val="343B42"/>
            </a:solidFill>
          </a:ln>
        </p:spPr>
      </p:sp>
      <p:sp>
        <p:nvSpPr>
          <p:cNvPr id="173" name="Architecture flow 3">
            <a:extLst xmlns:a="http://schemas.openxmlformats.org/drawingml/2006/main">
              <a:ext uri="{FF2B5EF4-FFF2-40B4-BE49-F238E27FC236}">
                <a16:creationId xmlns:a16="http://schemas.microsoft.com/office/drawing/2014/main" id="{17BD3328-CCC0-4AE7-B1A7-33A1C6767186}"/>
              </a:ext>
            </a:extLst>
          </p:cNvPr>
          <p:cNvSpPr>
            <a:spLocks xmlns:a="http://schemas.openxmlformats.org/drawingml/2006/main" noGrp="1"/>
          </p:cNvSpPr>
          <p:nvPr/>
        </p:nvSpPr>
        <p:spPr>
          <a:xfrm xmlns:a="http://schemas.openxmlformats.org/drawingml/2006/main">
            <a:off x="11238807" y="4411807"/>
            <a:ext cx="1047404" cy="1683327"/>
          </a:xfrm>
          <a:custGeom xmlns:a="http://schemas.openxmlformats.org/drawingml/2006/main">
            <a:pathLst>
              <a:path w="1333500" h="2143125">
                <a:moveTo>
                  <a:pt x="0" y="2143125"/>
                </a:moveTo>
                <a:lnTo>
                  <a:pt x="571500" y="2143125"/>
                </a:lnTo>
                <a:lnTo>
                  <a:pt x="571500" y="0"/>
                </a:lnTo>
                <a:lnTo>
                  <a:pt x="1333500" y="0"/>
                </a:lnTo>
              </a:path>
            </a:pathLst>
          </a:custGeom>
          <a:noFill xmlns:a="http://schemas.openxmlformats.org/drawingml/2006/main"/>
          <a:ln xmlns:a="http://schemas.openxmlformats.org/drawingml/2006/main" w="18704">
            <a:solidFill>
              <a:srgbClr val="343B42"/>
            </a:solidFill>
          </a:ln>
        </p:spPr>
      </p:sp>
      <p:sp>
        <p:nvSpPr>
          <p:cNvPr id="174" name="Flow arrow">
            <a:extLst xmlns:a="http://schemas.openxmlformats.org/drawingml/2006/main">
              <a:ext uri="{FF2B5EF4-FFF2-40B4-BE49-F238E27FC236}">
                <a16:creationId xmlns:a16="http://schemas.microsoft.com/office/drawing/2014/main" id="{4E7CB94D-0051-4938-AC6C-44653F20E6A4}"/>
              </a:ext>
            </a:extLst>
          </p:cNvPr>
          <p:cNvSpPr>
            <a:spLocks xmlns:a="http://schemas.openxmlformats.org/drawingml/2006/main" noGrp="1"/>
          </p:cNvSpPr>
          <p:nvPr/>
        </p:nvSpPr>
        <p:spPr>
          <a:xfrm xmlns:a="http://schemas.openxmlformats.org/drawingml/2006/main">
            <a:off x="12209673" y="4364881"/>
            <a:ext cx="76537" cy="93851"/>
          </a:xfrm>
          <a:custGeom xmlns:a="http://schemas.openxmlformats.org/drawingml/2006/main">
            <a:pathLst>
              <a:path w="97444" h="119486">
                <a:moveTo>
                  <a:pt x="0" y="119486"/>
                </a:moveTo>
                <a:lnTo>
                  <a:pt x="97444" y="59743"/>
                </a:lnTo>
                <a:lnTo>
                  <a:pt x="0" y="0"/>
                </a:lnTo>
              </a:path>
            </a:pathLst>
          </a:custGeom>
          <a:noFill xmlns:a="http://schemas.openxmlformats.org/drawingml/2006/main"/>
          <a:ln xmlns:a="http://schemas.openxmlformats.org/drawingml/2006/main" w="18704">
            <a:solidFill>
              <a:srgbClr val="343B42"/>
            </a:solidFill>
          </a:ln>
        </p:spPr>
      </p:sp>
      <p:sp>
        <p:nvSpPr>
          <p:cNvPr id="175" name="Architecture flow 4">
            <a:extLst xmlns:a="http://schemas.openxmlformats.org/drawingml/2006/main">
              <a:ext uri="{FF2B5EF4-FFF2-40B4-BE49-F238E27FC236}">
                <a16:creationId xmlns:a16="http://schemas.microsoft.com/office/drawing/2014/main" id="{AA7A55A5-2604-45DC-AA28-A07ADA809989}"/>
              </a:ext>
            </a:extLst>
          </p:cNvPr>
          <p:cNvSpPr>
            <a:spLocks xmlns:a="http://schemas.openxmlformats.org/drawingml/2006/main" noGrp="1"/>
          </p:cNvSpPr>
          <p:nvPr/>
        </p:nvSpPr>
        <p:spPr>
          <a:xfrm xmlns:a="http://schemas.openxmlformats.org/drawingml/2006/main">
            <a:off x="14680276" y="5197360"/>
            <a:ext cx="7481" cy="748145"/>
          </a:xfrm>
          <a:custGeom xmlns:a="http://schemas.openxmlformats.org/drawingml/2006/main">
            <a:pathLst>
              <a:path w="9525" h="952500">
                <a:moveTo>
                  <a:pt x="0" y="0"/>
                </a:moveTo>
                <a:lnTo>
                  <a:pt x="0" y="952500"/>
                </a:lnTo>
              </a:path>
            </a:pathLst>
          </a:custGeom>
          <a:noFill xmlns:a="http://schemas.openxmlformats.org/drawingml/2006/main"/>
          <a:ln xmlns:a="http://schemas.openxmlformats.org/drawingml/2006/main" w="18704">
            <a:solidFill>
              <a:srgbClr val="343B42"/>
            </a:solidFill>
          </a:ln>
        </p:spPr>
      </p:sp>
      <p:sp>
        <p:nvSpPr>
          <p:cNvPr id="176" name="Flow arrow">
            <a:extLst xmlns:a="http://schemas.openxmlformats.org/drawingml/2006/main">
              <a:ext uri="{FF2B5EF4-FFF2-40B4-BE49-F238E27FC236}">
                <a16:creationId xmlns:a16="http://schemas.microsoft.com/office/drawing/2014/main" id="{07DA05EC-8BC4-4322-B916-27FF9E571C97}"/>
              </a:ext>
            </a:extLst>
          </p:cNvPr>
          <p:cNvSpPr>
            <a:spLocks xmlns:a="http://schemas.openxmlformats.org/drawingml/2006/main" noGrp="1"/>
          </p:cNvSpPr>
          <p:nvPr/>
        </p:nvSpPr>
        <p:spPr>
          <a:xfrm xmlns:a="http://schemas.openxmlformats.org/drawingml/2006/main">
            <a:off x="14633351" y="5868968"/>
            <a:ext cx="93851" cy="76537"/>
          </a:xfrm>
          <a:custGeom xmlns:a="http://schemas.openxmlformats.org/drawingml/2006/main">
            <a:pathLst>
              <a:path w="119486" h="97444">
                <a:moveTo>
                  <a:pt x="0" y="0"/>
                </a:moveTo>
                <a:lnTo>
                  <a:pt x="59743" y="97444"/>
                </a:lnTo>
                <a:lnTo>
                  <a:pt x="119486" y="0"/>
                </a:lnTo>
              </a:path>
            </a:pathLst>
          </a:custGeom>
          <a:noFill xmlns:a="http://schemas.openxmlformats.org/drawingml/2006/main"/>
          <a:ln xmlns:a="http://schemas.openxmlformats.org/drawingml/2006/main" w="18704">
            <a:solidFill>
              <a:srgbClr val="343B42"/>
            </a:solidFill>
          </a:ln>
        </p:spPr>
      </p:sp>
      <p:sp>
        <p:nvSpPr>
          <p:cNvPr id="177" name="Architecture flow 5">
            <a:extLst xmlns:a="http://schemas.openxmlformats.org/drawingml/2006/main">
              <a:ext uri="{FF2B5EF4-FFF2-40B4-BE49-F238E27FC236}">
                <a16:creationId xmlns:a16="http://schemas.microsoft.com/office/drawing/2014/main" id="{59F31923-E4C3-4DD6-A75A-5DA91D7B1BEB}"/>
              </a:ext>
            </a:extLst>
          </p:cNvPr>
          <p:cNvSpPr>
            <a:spLocks xmlns:a="http://schemas.openxmlformats.org/drawingml/2006/main" noGrp="1"/>
          </p:cNvSpPr>
          <p:nvPr/>
        </p:nvSpPr>
        <p:spPr>
          <a:xfrm xmlns:a="http://schemas.openxmlformats.org/drawingml/2006/main">
            <a:off x="11238807" y="7292167"/>
            <a:ext cx="1047404" cy="7481"/>
          </a:xfrm>
          <a:custGeom xmlns:a="http://schemas.openxmlformats.org/drawingml/2006/main">
            <a:pathLst>
              <a:path w="1333500" h="9525">
                <a:moveTo>
                  <a:pt x="0" y="0"/>
                </a:moveTo>
                <a:lnTo>
                  <a:pt x="1333500" y="0"/>
                </a:lnTo>
              </a:path>
            </a:pathLst>
          </a:custGeom>
          <a:noFill xmlns:a="http://schemas.openxmlformats.org/drawingml/2006/main"/>
          <a:ln xmlns:a="http://schemas.openxmlformats.org/drawingml/2006/main" w="18704">
            <a:solidFill>
              <a:srgbClr val="343B42"/>
            </a:solidFill>
          </a:ln>
        </p:spPr>
      </p:sp>
      <p:sp>
        <p:nvSpPr>
          <p:cNvPr id="178" name="Flow arrow">
            <a:extLst xmlns:a="http://schemas.openxmlformats.org/drawingml/2006/main">
              <a:ext uri="{FF2B5EF4-FFF2-40B4-BE49-F238E27FC236}">
                <a16:creationId xmlns:a16="http://schemas.microsoft.com/office/drawing/2014/main" id="{0B777A99-5E5D-4B80-A5DD-46CAF7E96577}"/>
              </a:ext>
            </a:extLst>
          </p:cNvPr>
          <p:cNvSpPr>
            <a:spLocks xmlns:a="http://schemas.openxmlformats.org/drawingml/2006/main" noGrp="1"/>
          </p:cNvSpPr>
          <p:nvPr/>
        </p:nvSpPr>
        <p:spPr>
          <a:xfrm xmlns:a="http://schemas.openxmlformats.org/drawingml/2006/main">
            <a:off x="12209673" y="7245241"/>
            <a:ext cx="76537" cy="93851"/>
          </a:xfrm>
          <a:custGeom xmlns:a="http://schemas.openxmlformats.org/drawingml/2006/main">
            <a:pathLst>
              <a:path w="97444" h="119486">
                <a:moveTo>
                  <a:pt x="0" y="119486"/>
                </a:moveTo>
                <a:lnTo>
                  <a:pt x="97444" y="59743"/>
                </a:lnTo>
                <a:lnTo>
                  <a:pt x="0" y="0"/>
                </a:lnTo>
              </a:path>
            </a:pathLst>
          </a:custGeom>
          <a:noFill xmlns:a="http://schemas.openxmlformats.org/drawingml/2006/main"/>
          <a:ln xmlns:a="http://schemas.openxmlformats.org/drawingml/2006/main" w="18704">
            <a:solidFill>
              <a:srgbClr val="343B42"/>
            </a:solidFill>
          </a:ln>
        </p:spPr>
      </p:sp>
      <p:sp>
        <p:nvSpPr>
          <p:cNvPr id="179" name="Flow arrow">
            <a:extLst xmlns:a="http://schemas.openxmlformats.org/drawingml/2006/main">
              <a:ext uri="{FF2B5EF4-FFF2-40B4-BE49-F238E27FC236}">
                <a16:creationId xmlns:a16="http://schemas.microsoft.com/office/drawing/2014/main" id="{51D74BFF-E1D8-4056-B3A0-69378484C29B}"/>
              </a:ext>
            </a:extLst>
          </p:cNvPr>
          <p:cNvSpPr>
            <a:spLocks xmlns:a="http://schemas.openxmlformats.org/drawingml/2006/main" noGrp="1"/>
          </p:cNvSpPr>
          <p:nvPr/>
        </p:nvSpPr>
        <p:spPr>
          <a:xfrm xmlns:a="http://schemas.openxmlformats.org/drawingml/2006/main">
            <a:off x="11238807" y="7245241"/>
            <a:ext cx="76537" cy="93851"/>
          </a:xfrm>
          <a:custGeom xmlns:a="http://schemas.openxmlformats.org/drawingml/2006/main">
            <a:pathLst>
              <a:path w="97444" h="119486">
                <a:moveTo>
                  <a:pt x="97444" y="0"/>
                </a:moveTo>
                <a:lnTo>
                  <a:pt x="0" y="59743"/>
                </a:lnTo>
                <a:lnTo>
                  <a:pt x="97444" y="119486"/>
                </a:lnTo>
              </a:path>
            </a:pathLst>
          </a:custGeom>
          <a:noFill xmlns:a="http://schemas.openxmlformats.org/drawingml/2006/main"/>
          <a:ln xmlns:a="http://schemas.openxmlformats.org/drawingml/2006/main" w="18704">
            <a:solidFill>
              <a:srgbClr val="343B42"/>
            </a:solidFill>
          </a:ln>
        </p:spPr>
      </p:sp>
      <p:sp>
        <p:nvSpPr>
          <p:cNvPr id="180" name="Architecture frontend">
            <a:extLst xmlns:a="http://schemas.openxmlformats.org/drawingml/2006/main">
              <a:ext uri="{FF2B5EF4-FFF2-40B4-BE49-F238E27FC236}">
                <a16:creationId xmlns:a16="http://schemas.microsoft.com/office/drawing/2014/main" id="{3460771A-4E29-4198-B615-7C572E602DC0}"/>
              </a:ext>
            </a:extLst>
          </p:cNvPr>
          <p:cNvSpPr>
            <a:spLocks xmlns:a="http://schemas.openxmlformats.org/drawingml/2006/main" noGrp="1"/>
          </p:cNvSpPr>
          <p:nvPr/>
        </p:nvSpPr>
        <p:spPr>
          <a:xfrm xmlns:a="http://schemas.openxmlformats.org/drawingml/2006/main">
            <a:off x="1213658" y="5870690"/>
            <a:ext cx="2319251" cy="1832956"/>
          </a:xfrm>
          <a:prstGeom xmlns:a="http://schemas.openxmlformats.org/drawingml/2006/main" prst="roundRect">
            <a:avLst>
              <a:gd name="adj" fmla="val 4082"/>
            </a:avLst>
          </a:prstGeom>
          <a:solidFill xmlns:a="http://schemas.openxmlformats.org/drawingml/2006/main">
            <a:srgbClr val="F2F4F7"/>
          </a:solidFill>
          <a:ln xmlns:a="http://schemas.openxmlformats.org/drawingml/2006/main" w="14963">
            <a:solidFill>
              <a:srgbClr val="63748B"/>
            </a:solidFill>
          </a:ln>
        </p:spPr>
      </p:sp>
      <p:sp>
        <p:nvSpPr>
          <p:cNvPr id="181" name="Architecture external">
            <a:extLst xmlns:a="http://schemas.openxmlformats.org/drawingml/2006/main">
              <a:ext uri="{FF2B5EF4-FFF2-40B4-BE49-F238E27FC236}">
                <a16:creationId xmlns:a16="http://schemas.microsoft.com/office/drawing/2014/main" id="{2B03BD45-5C48-4038-B5EB-F6D1F599758F}"/>
              </a:ext>
            </a:extLst>
          </p:cNvPr>
          <p:cNvSpPr>
            <a:spLocks xmlns:a="http://schemas.openxmlformats.org/drawingml/2006/main" noGrp="1"/>
          </p:cNvSpPr>
          <p:nvPr/>
        </p:nvSpPr>
        <p:spPr>
          <a:xfrm xmlns:a="http://schemas.openxmlformats.org/drawingml/2006/main">
            <a:off x="4505498" y="3626254"/>
            <a:ext cx="6733309" cy="1458884"/>
          </a:xfrm>
          <a:prstGeom xmlns:a="http://schemas.openxmlformats.org/drawingml/2006/main" prst="roundRect">
            <a:avLst>
              <a:gd name="adj" fmla="val 5128"/>
            </a:avLst>
          </a:prstGeom>
          <a:solidFill xmlns:a="http://schemas.openxmlformats.org/drawingml/2006/main">
            <a:srgbClr val="EDF4FB"/>
          </a:solidFill>
          <a:ln xmlns:a="http://schemas.openxmlformats.org/drawingml/2006/main" w="14963">
            <a:solidFill>
              <a:srgbClr val="396B9B"/>
            </a:solidFill>
          </a:ln>
        </p:spPr>
      </p:sp>
      <p:sp>
        <p:nvSpPr>
          <p:cNvPr id="182" name="Architecture cloudflare">
            <a:extLst xmlns:a="http://schemas.openxmlformats.org/drawingml/2006/main">
              <a:ext uri="{FF2B5EF4-FFF2-40B4-BE49-F238E27FC236}">
                <a16:creationId xmlns:a16="http://schemas.microsoft.com/office/drawing/2014/main" id="{79AB6B85-C004-4119-8253-A283EE067420}"/>
              </a:ext>
            </a:extLst>
          </p:cNvPr>
          <p:cNvSpPr>
            <a:spLocks xmlns:a="http://schemas.openxmlformats.org/drawingml/2006/main" noGrp="1"/>
          </p:cNvSpPr>
          <p:nvPr/>
        </p:nvSpPr>
        <p:spPr>
          <a:xfrm xmlns:a="http://schemas.openxmlformats.org/drawingml/2006/main">
            <a:off x="4505498" y="5646247"/>
            <a:ext cx="6733309" cy="2618509"/>
          </a:xfrm>
          <a:prstGeom xmlns:a="http://schemas.openxmlformats.org/drawingml/2006/main" prst="roundRect">
            <a:avLst>
              <a:gd name="adj" fmla="val 2857"/>
            </a:avLst>
          </a:prstGeom>
          <a:solidFill xmlns:a="http://schemas.openxmlformats.org/drawingml/2006/main">
            <a:srgbClr val="FFF5E8"/>
          </a:solidFill>
          <a:ln xmlns:a="http://schemas.openxmlformats.org/drawingml/2006/main" w="14963">
            <a:solidFill>
              <a:srgbClr val="B97122"/>
            </a:solidFill>
          </a:ln>
        </p:spPr>
      </p:sp>
      <p:sp>
        <p:nvSpPr>
          <p:cNvPr id="183" name="Architecture zk">
            <a:extLst xmlns:a="http://schemas.openxmlformats.org/drawingml/2006/main">
              <a:ext uri="{FF2B5EF4-FFF2-40B4-BE49-F238E27FC236}">
                <a16:creationId xmlns:a16="http://schemas.microsoft.com/office/drawing/2014/main" id="{F99DC02B-02CC-4AEE-99E2-989E15CF09DC}"/>
              </a:ext>
            </a:extLst>
          </p:cNvPr>
          <p:cNvSpPr>
            <a:spLocks xmlns:a="http://schemas.openxmlformats.org/drawingml/2006/main" noGrp="1"/>
          </p:cNvSpPr>
          <p:nvPr/>
        </p:nvSpPr>
        <p:spPr>
          <a:xfrm xmlns:a="http://schemas.openxmlformats.org/drawingml/2006/main">
            <a:off x="12286211" y="3626254"/>
            <a:ext cx="4788131" cy="1571105"/>
          </a:xfrm>
          <a:prstGeom xmlns:a="http://schemas.openxmlformats.org/drawingml/2006/main" prst="roundRect">
            <a:avLst>
              <a:gd name="adj" fmla="val 4762"/>
            </a:avLst>
          </a:prstGeom>
          <a:solidFill xmlns:a="http://schemas.openxmlformats.org/drawingml/2006/main">
            <a:srgbClr val="F2EEFA"/>
          </a:solidFill>
          <a:ln xmlns:a="http://schemas.openxmlformats.org/drawingml/2006/main" w="14963">
            <a:solidFill>
              <a:srgbClr val="7653A7"/>
            </a:solidFill>
          </a:ln>
        </p:spPr>
      </p:sp>
      <p:sp>
        <p:nvSpPr>
          <p:cNvPr id="184" name="Architecture stellar">
            <a:extLst xmlns:a="http://schemas.openxmlformats.org/drawingml/2006/main">
              <a:ext uri="{FF2B5EF4-FFF2-40B4-BE49-F238E27FC236}">
                <a16:creationId xmlns:a16="http://schemas.microsoft.com/office/drawing/2014/main" id="{CBEBD4C7-40B2-465E-8A7E-A7DB79235205}"/>
              </a:ext>
            </a:extLst>
          </p:cNvPr>
          <p:cNvSpPr>
            <a:spLocks xmlns:a="http://schemas.openxmlformats.org/drawingml/2006/main" noGrp="1"/>
          </p:cNvSpPr>
          <p:nvPr/>
        </p:nvSpPr>
        <p:spPr>
          <a:xfrm xmlns:a="http://schemas.openxmlformats.org/drawingml/2006/main">
            <a:off x="12286211" y="5945505"/>
            <a:ext cx="4788131" cy="2319251"/>
          </a:xfrm>
          <a:prstGeom xmlns:a="http://schemas.openxmlformats.org/drawingml/2006/main" prst="roundRect">
            <a:avLst>
              <a:gd name="adj" fmla="val 3226"/>
            </a:avLst>
          </a:prstGeom>
          <a:solidFill xmlns:a="http://schemas.openxmlformats.org/drawingml/2006/main">
            <a:srgbClr val="EDF5EF"/>
          </a:solidFill>
          <a:ln xmlns:a="http://schemas.openxmlformats.org/drawingml/2006/main" w="14963">
            <a:solidFill>
              <a:srgbClr val="397552"/>
            </a:solidFill>
          </a:ln>
        </p:spPr>
      </p:sp>
      <p:sp>
        <p:nvSpPr>
          <p:cNvPr id="185" name="Architecture identity">
            <a:extLst xmlns:a="http://schemas.openxmlformats.org/drawingml/2006/main">
              <a:ext uri="{FF2B5EF4-FFF2-40B4-BE49-F238E27FC236}">
                <a16:creationId xmlns:a16="http://schemas.microsoft.com/office/drawing/2014/main" id="{884B6C26-E1A2-46BB-9EA5-2180CE618121}"/>
              </a:ext>
            </a:extLst>
          </p:cNvPr>
          <p:cNvSpPr>
            <a:spLocks xmlns:a="http://schemas.openxmlformats.org/drawingml/2006/main" noGrp="1"/>
          </p:cNvSpPr>
          <p:nvPr/>
        </p:nvSpPr>
        <p:spPr>
          <a:xfrm xmlns:a="http://schemas.openxmlformats.org/drawingml/2006/main">
            <a:off x="4655127" y="4164919"/>
            <a:ext cx="1496291" cy="748145"/>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14963">
            <a:solidFill>
              <a:srgbClr val="9CB9D4"/>
            </a:solidFill>
          </a:ln>
        </p:spPr>
      </p:sp>
      <p:sp>
        <p:nvSpPr>
          <p:cNvPr id="186" name="Architecture financial-evidence">
            <a:extLst xmlns:a="http://schemas.openxmlformats.org/drawingml/2006/main">
              <a:ext uri="{FF2B5EF4-FFF2-40B4-BE49-F238E27FC236}">
                <a16:creationId xmlns:a16="http://schemas.microsoft.com/office/drawing/2014/main" id="{61E51BF1-F87C-42C1-8CA9-7B9A25E9D534}"/>
              </a:ext>
            </a:extLst>
          </p:cNvPr>
          <p:cNvSpPr>
            <a:spLocks xmlns:a="http://schemas.openxmlformats.org/drawingml/2006/main" noGrp="1"/>
          </p:cNvSpPr>
          <p:nvPr/>
        </p:nvSpPr>
        <p:spPr>
          <a:xfrm xmlns:a="http://schemas.openxmlformats.org/drawingml/2006/main">
            <a:off x="6301047" y="4164919"/>
            <a:ext cx="1496291" cy="748145"/>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14963">
            <a:solidFill>
              <a:srgbClr val="9CB9D4"/>
            </a:solidFill>
          </a:ln>
        </p:spPr>
      </p:sp>
      <p:sp>
        <p:nvSpPr>
          <p:cNvPr id="187" name="Architecture property-records">
            <a:extLst xmlns:a="http://schemas.openxmlformats.org/drawingml/2006/main">
              <a:ext uri="{FF2B5EF4-FFF2-40B4-BE49-F238E27FC236}">
                <a16:creationId xmlns:a16="http://schemas.microsoft.com/office/drawing/2014/main" id="{C3552CC7-D431-4FCB-A06A-8362AFD03B15}"/>
              </a:ext>
            </a:extLst>
          </p:cNvPr>
          <p:cNvSpPr>
            <a:spLocks xmlns:a="http://schemas.openxmlformats.org/drawingml/2006/main" noGrp="1"/>
          </p:cNvSpPr>
          <p:nvPr/>
        </p:nvSpPr>
        <p:spPr>
          <a:xfrm xmlns:a="http://schemas.openxmlformats.org/drawingml/2006/main">
            <a:off x="7946967" y="4164919"/>
            <a:ext cx="1496291" cy="748145"/>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14963">
            <a:solidFill>
              <a:srgbClr val="9CB9D4"/>
            </a:solidFill>
          </a:ln>
        </p:spPr>
      </p:sp>
      <p:sp>
        <p:nvSpPr>
          <p:cNvPr id="188" name="Architecture credentials">
            <a:extLst xmlns:a="http://schemas.openxmlformats.org/drawingml/2006/main">
              <a:ext uri="{FF2B5EF4-FFF2-40B4-BE49-F238E27FC236}">
                <a16:creationId xmlns:a16="http://schemas.microsoft.com/office/drawing/2014/main" id="{77059645-5690-4A66-BE55-AE07131ABCA7}"/>
              </a:ext>
            </a:extLst>
          </p:cNvPr>
          <p:cNvSpPr>
            <a:spLocks xmlns:a="http://schemas.openxmlformats.org/drawingml/2006/main" noGrp="1"/>
          </p:cNvSpPr>
          <p:nvPr/>
        </p:nvSpPr>
        <p:spPr>
          <a:xfrm xmlns:a="http://schemas.openxmlformats.org/drawingml/2006/main">
            <a:off x="9592887" y="4164919"/>
            <a:ext cx="1496291" cy="748145"/>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14963">
            <a:solidFill>
              <a:srgbClr val="9CB9D4"/>
            </a:solidFill>
          </a:ln>
        </p:spPr>
      </p:sp>
      <p:sp>
        <p:nvSpPr>
          <p:cNvPr id="189" name="Architecture buyer-verification">
            <a:extLst xmlns:a="http://schemas.openxmlformats.org/drawingml/2006/main">
              <a:ext uri="{FF2B5EF4-FFF2-40B4-BE49-F238E27FC236}">
                <a16:creationId xmlns:a16="http://schemas.microsoft.com/office/drawing/2014/main" id="{C47823B3-D6C1-48A1-800A-74928D0928EB}"/>
              </a:ext>
            </a:extLst>
          </p:cNvPr>
          <p:cNvSpPr>
            <a:spLocks xmlns:a="http://schemas.openxmlformats.org/drawingml/2006/main" noGrp="1"/>
          </p:cNvSpPr>
          <p:nvPr/>
        </p:nvSpPr>
        <p:spPr>
          <a:xfrm xmlns:a="http://schemas.openxmlformats.org/drawingml/2006/main">
            <a:off x="4655127" y="6581429"/>
            <a:ext cx="2094807" cy="1122218"/>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4963">
            <a:solidFill>
              <a:srgbClr val="D8B282"/>
            </a:solidFill>
          </a:ln>
        </p:spPr>
      </p:sp>
      <p:sp>
        <p:nvSpPr>
          <p:cNvPr id="190" name="Architecture seller-verification">
            <a:extLst xmlns:a="http://schemas.openxmlformats.org/drawingml/2006/main">
              <a:ext uri="{FF2B5EF4-FFF2-40B4-BE49-F238E27FC236}">
                <a16:creationId xmlns:a16="http://schemas.microsoft.com/office/drawing/2014/main" id="{59CDE555-7F70-48C5-9D09-3F380056A29F}"/>
              </a:ext>
            </a:extLst>
          </p:cNvPr>
          <p:cNvSpPr>
            <a:spLocks xmlns:a="http://schemas.openxmlformats.org/drawingml/2006/main" noGrp="1"/>
          </p:cNvSpPr>
          <p:nvPr/>
        </p:nvSpPr>
        <p:spPr>
          <a:xfrm xmlns:a="http://schemas.openxmlformats.org/drawingml/2006/main">
            <a:off x="6824749" y="6581429"/>
            <a:ext cx="2094807" cy="1122218"/>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4963">
            <a:solidFill>
              <a:srgbClr val="D8B282"/>
            </a:solidFill>
          </a:ln>
        </p:spPr>
      </p:sp>
      <p:sp>
        <p:nvSpPr>
          <p:cNvPr id="191" name="Architecture deal-access">
            <a:extLst xmlns:a="http://schemas.openxmlformats.org/drawingml/2006/main">
              <a:ext uri="{FF2B5EF4-FFF2-40B4-BE49-F238E27FC236}">
                <a16:creationId xmlns:a16="http://schemas.microsoft.com/office/drawing/2014/main" id="{442D09EB-4AE9-41B2-94BE-AAE0E7ECCDC5}"/>
              </a:ext>
            </a:extLst>
          </p:cNvPr>
          <p:cNvSpPr>
            <a:spLocks xmlns:a="http://schemas.openxmlformats.org/drawingml/2006/main" noGrp="1"/>
          </p:cNvSpPr>
          <p:nvPr/>
        </p:nvSpPr>
        <p:spPr>
          <a:xfrm xmlns:a="http://schemas.openxmlformats.org/drawingml/2006/main">
            <a:off x="8994371" y="6581429"/>
            <a:ext cx="2094807" cy="1122218"/>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4963">
            <a:solidFill>
              <a:srgbClr val="D8B282"/>
            </a:solidFill>
          </a:ln>
        </p:spPr>
      </p:sp>
      <p:sp>
        <p:nvSpPr>
          <p:cNvPr id="192" name="Architecture database">
            <a:extLst xmlns:a="http://schemas.openxmlformats.org/drawingml/2006/main">
              <a:ext uri="{FF2B5EF4-FFF2-40B4-BE49-F238E27FC236}">
                <a16:creationId xmlns:a16="http://schemas.microsoft.com/office/drawing/2014/main" id="{F383D2B4-D346-4F53-A45E-715BA6257457}"/>
              </a:ext>
            </a:extLst>
          </p:cNvPr>
          <p:cNvSpPr>
            <a:spLocks xmlns:a="http://schemas.openxmlformats.org/drawingml/2006/main" noGrp="1"/>
          </p:cNvSpPr>
          <p:nvPr/>
        </p:nvSpPr>
        <p:spPr>
          <a:xfrm xmlns:a="http://schemas.openxmlformats.org/drawingml/2006/main">
            <a:off x="4655127" y="7815869"/>
            <a:ext cx="3142211" cy="359110"/>
          </a:xfrm>
          <a:prstGeom xmlns:a="http://schemas.openxmlformats.org/drawingml/2006/main" prst="roundRect">
            <a:avLst>
              <a:gd name="adj" fmla="val 20833"/>
            </a:avLst>
          </a:prstGeom>
          <a:solidFill xmlns:a="http://schemas.openxmlformats.org/drawingml/2006/main">
            <a:srgbClr val="FFFFFF"/>
          </a:solidFill>
          <a:ln xmlns:a="http://schemas.openxmlformats.org/drawingml/2006/main" w="14963">
            <a:solidFill>
              <a:srgbClr val="D8B282"/>
            </a:solidFill>
          </a:ln>
        </p:spPr>
      </p:sp>
      <p:sp>
        <p:nvSpPr>
          <p:cNvPr id="193" name="Architecture documents">
            <a:extLst xmlns:a="http://schemas.openxmlformats.org/drawingml/2006/main">
              <a:ext uri="{FF2B5EF4-FFF2-40B4-BE49-F238E27FC236}">
                <a16:creationId xmlns:a16="http://schemas.microsoft.com/office/drawing/2014/main" id="{EACBAB2A-2AAC-4B39-B123-D73646B671F3}"/>
              </a:ext>
            </a:extLst>
          </p:cNvPr>
          <p:cNvSpPr>
            <a:spLocks xmlns:a="http://schemas.openxmlformats.org/drawingml/2006/main" noGrp="1"/>
          </p:cNvSpPr>
          <p:nvPr/>
        </p:nvSpPr>
        <p:spPr>
          <a:xfrm xmlns:a="http://schemas.openxmlformats.org/drawingml/2006/main">
            <a:off x="7946967" y="7815869"/>
            <a:ext cx="3142211" cy="359110"/>
          </a:xfrm>
          <a:prstGeom xmlns:a="http://schemas.openxmlformats.org/drawingml/2006/main" prst="roundRect">
            <a:avLst>
              <a:gd name="adj" fmla="val 20833"/>
            </a:avLst>
          </a:prstGeom>
          <a:solidFill xmlns:a="http://schemas.openxmlformats.org/drawingml/2006/main">
            <a:srgbClr val="FFFFFF"/>
          </a:solidFill>
          <a:ln xmlns:a="http://schemas.openxmlformats.org/drawingml/2006/main" w="14963">
            <a:solidFill>
              <a:srgbClr val="D8B282"/>
            </a:solidFill>
          </a:ln>
        </p:spPr>
      </p:sp>
      <p:sp>
        <p:nvSpPr>
          <p:cNvPr id="194" name="Architecture proof-engine">
            <a:extLst xmlns:a="http://schemas.openxmlformats.org/drawingml/2006/main">
              <a:ext uri="{FF2B5EF4-FFF2-40B4-BE49-F238E27FC236}">
                <a16:creationId xmlns:a16="http://schemas.microsoft.com/office/drawing/2014/main" id="{2BF34F1B-A2C5-4372-997C-F4F61D0852A8}"/>
              </a:ext>
            </a:extLst>
          </p:cNvPr>
          <p:cNvSpPr>
            <a:spLocks xmlns:a="http://schemas.openxmlformats.org/drawingml/2006/main" noGrp="1"/>
          </p:cNvSpPr>
          <p:nvPr/>
        </p:nvSpPr>
        <p:spPr>
          <a:xfrm xmlns:a="http://schemas.openxmlformats.org/drawingml/2006/main">
            <a:off x="12435840" y="4164919"/>
            <a:ext cx="4488873" cy="882812"/>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4963">
            <a:solidFill>
              <a:srgbClr val="B9A4D2"/>
            </a:solidFill>
          </a:ln>
        </p:spPr>
      </p:sp>
      <p:sp>
        <p:nvSpPr>
          <p:cNvPr id="195" name="Architecture issuer-state">
            <a:extLst xmlns:a="http://schemas.openxmlformats.org/drawingml/2006/main">
              <a:ext uri="{FF2B5EF4-FFF2-40B4-BE49-F238E27FC236}">
                <a16:creationId xmlns:a16="http://schemas.microsoft.com/office/drawing/2014/main" id="{79ABE91B-00BB-40AF-A64F-FFA9CB9E85D9}"/>
              </a:ext>
            </a:extLst>
          </p:cNvPr>
          <p:cNvSpPr>
            <a:spLocks xmlns:a="http://schemas.openxmlformats.org/drawingml/2006/main" noGrp="1"/>
          </p:cNvSpPr>
          <p:nvPr/>
        </p:nvSpPr>
        <p:spPr>
          <a:xfrm xmlns:a="http://schemas.openxmlformats.org/drawingml/2006/main">
            <a:off x="12435840" y="6521577"/>
            <a:ext cx="4488873" cy="329184"/>
          </a:xfrm>
          <a:prstGeom xmlns:a="http://schemas.openxmlformats.org/drawingml/2006/main" prst="roundRect">
            <a:avLst>
              <a:gd name="adj" fmla="val 22727"/>
            </a:avLst>
          </a:prstGeom>
          <a:solidFill xmlns:a="http://schemas.openxmlformats.org/drawingml/2006/main">
            <a:srgbClr val="FFFFFF"/>
          </a:solidFill>
          <a:ln xmlns:a="http://schemas.openxmlformats.org/drawingml/2006/main" w="14963">
            <a:solidFill>
              <a:srgbClr val="91B39B"/>
            </a:solidFill>
          </a:ln>
        </p:spPr>
      </p:sp>
      <p:sp>
        <p:nvSpPr>
          <p:cNvPr id="196" name="Architecture proof-verifier">
            <a:extLst xmlns:a="http://schemas.openxmlformats.org/drawingml/2006/main">
              <a:ext uri="{FF2B5EF4-FFF2-40B4-BE49-F238E27FC236}">
                <a16:creationId xmlns:a16="http://schemas.microsoft.com/office/drawing/2014/main" id="{ED4B4EA9-3B12-40EE-B70D-8F93335A3EC3}"/>
              </a:ext>
            </a:extLst>
          </p:cNvPr>
          <p:cNvSpPr>
            <a:spLocks xmlns:a="http://schemas.openxmlformats.org/drawingml/2006/main" noGrp="1"/>
          </p:cNvSpPr>
          <p:nvPr/>
        </p:nvSpPr>
        <p:spPr>
          <a:xfrm xmlns:a="http://schemas.openxmlformats.org/drawingml/2006/main">
            <a:off x="12435840" y="6903131"/>
            <a:ext cx="4488873" cy="329184"/>
          </a:xfrm>
          <a:prstGeom xmlns:a="http://schemas.openxmlformats.org/drawingml/2006/main" prst="roundRect">
            <a:avLst>
              <a:gd name="adj" fmla="val 22727"/>
            </a:avLst>
          </a:prstGeom>
          <a:solidFill xmlns:a="http://schemas.openxmlformats.org/drawingml/2006/main">
            <a:srgbClr val="FFFFFF"/>
          </a:solidFill>
          <a:ln xmlns:a="http://schemas.openxmlformats.org/drawingml/2006/main" w="14963">
            <a:solidFill>
              <a:srgbClr val="91B39B"/>
            </a:solidFill>
          </a:ln>
        </p:spPr>
      </p:sp>
      <p:sp>
        <p:nvSpPr>
          <p:cNvPr id="197" name="Architecture qualification">
            <a:extLst xmlns:a="http://schemas.openxmlformats.org/drawingml/2006/main">
              <a:ext uri="{FF2B5EF4-FFF2-40B4-BE49-F238E27FC236}">
                <a16:creationId xmlns:a16="http://schemas.microsoft.com/office/drawing/2014/main" id="{A976E466-23F9-40F6-B6B1-3CF36FF2E294}"/>
              </a:ext>
            </a:extLst>
          </p:cNvPr>
          <p:cNvSpPr>
            <a:spLocks xmlns:a="http://schemas.openxmlformats.org/drawingml/2006/main" noGrp="1"/>
          </p:cNvSpPr>
          <p:nvPr/>
        </p:nvSpPr>
        <p:spPr>
          <a:xfrm xmlns:a="http://schemas.openxmlformats.org/drawingml/2006/main">
            <a:off x="12435840" y="7284685"/>
            <a:ext cx="4488873" cy="329184"/>
          </a:xfrm>
          <a:prstGeom xmlns:a="http://schemas.openxmlformats.org/drawingml/2006/main" prst="roundRect">
            <a:avLst>
              <a:gd name="adj" fmla="val 22727"/>
            </a:avLst>
          </a:prstGeom>
          <a:solidFill xmlns:a="http://schemas.openxmlformats.org/drawingml/2006/main">
            <a:srgbClr val="FFFFFF"/>
          </a:solidFill>
          <a:ln xmlns:a="http://schemas.openxmlformats.org/drawingml/2006/main" w="14963">
            <a:solidFill>
              <a:srgbClr val="91B39B"/>
            </a:solidFill>
          </a:ln>
        </p:spPr>
      </p:sp>
      <p:sp>
        <p:nvSpPr>
          <p:cNvPr id="198" name="Architecture consent">
            <a:extLst xmlns:a="http://schemas.openxmlformats.org/drawingml/2006/main">
              <a:ext uri="{FF2B5EF4-FFF2-40B4-BE49-F238E27FC236}">
                <a16:creationId xmlns:a16="http://schemas.microsoft.com/office/drawing/2014/main" id="{55A6D3D2-2AA0-4047-9E21-4A426D311281}"/>
              </a:ext>
            </a:extLst>
          </p:cNvPr>
          <p:cNvSpPr>
            <a:spLocks xmlns:a="http://schemas.openxmlformats.org/drawingml/2006/main" noGrp="1"/>
          </p:cNvSpPr>
          <p:nvPr/>
        </p:nvSpPr>
        <p:spPr>
          <a:xfrm xmlns:a="http://schemas.openxmlformats.org/drawingml/2006/main">
            <a:off x="12435840" y="7666240"/>
            <a:ext cx="4488873" cy="329184"/>
          </a:xfrm>
          <a:prstGeom xmlns:a="http://schemas.openxmlformats.org/drawingml/2006/main" prst="roundRect">
            <a:avLst>
              <a:gd name="adj" fmla="val 22727"/>
            </a:avLst>
          </a:prstGeom>
          <a:solidFill xmlns:a="http://schemas.openxmlformats.org/drawingml/2006/main">
            <a:srgbClr val="FFFFFF"/>
          </a:solidFill>
          <a:ln xmlns:a="http://schemas.openxmlformats.org/drawingml/2006/main" w="14963">
            <a:solidFill>
              <a:srgbClr val="91B39B"/>
            </a:solidFill>
          </a:ln>
        </p:spPr>
      </p:sp>
      <p:sp>
        <p:nvSpPr>
          <p:cNvPr id="199" name="Architecture label: React interface">
            <a:extLst xmlns:a="http://schemas.openxmlformats.org/drawingml/2006/main">
              <a:ext uri="{FF2B5EF4-FFF2-40B4-BE49-F238E27FC236}">
                <a16:creationId xmlns:a16="http://schemas.microsoft.com/office/drawing/2014/main" id="{58565EEA-54CA-4352-B6FD-74D2CE881EF1}"/>
              </a:ext>
            </a:extLst>
          </p:cNvPr>
          <p:cNvSpPr>
            <a:spLocks xmlns:a="http://schemas.openxmlformats.org/drawingml/2006/main" noGrp="1"/>
          </p:cNvSpPr>
          <p:nvPr/>
        </p:nvSpPr>
        <p:spPr>
          <a:xfrm xmlns:a="http://schemas.openxmlformats.org/drawingml/2006/main">
            <a:off x="1400695" y="6095134"/>
            <a:ext cx="1982585" cy="3740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3" b="1">
                <a:solidFill>
                  <a:srgbClr val="182028"/>
                </a:solidFill>
                <a:latin typeface="Instrument Sans"/>
                <a:ea typeface="Instrument Sans"/>
                <a:cs typeface="Instrument Sans"/>
              </a:defRPr>
            </a:defPPr>
            <a:lvl1pPr>
              <a:buNone/>
              <a:defRPr sz="2003" b="1">
                <a:solidFill>
                  <a:srgbClr val="182028"/>
                </a:solidFill>
                <a:latin typeface="Instrument Sans"/>
                <a:ea typeface="Instrument Sans"/>
                <a:cs typeface="Instrument Sans"/>
              </a:defRPr>
            </a:lvl1pPr>
            <a:lvl2pPr>
              <a:buNone/>
              <a:defRPr sz="2003" b="1">
                <a:solidFill>
                  <a:srgbClr val="182028"/>
                </a:solidFill>
                <a:latin typeface="Instrument Sans"/>
                <a:ea typeface="Instrument Sans"/>
                <a:cs typeface="Instrument Sans"/>
              </a:defRPr>
            </a:lvl2pPr>
            <a:lvl3pPr>
              <a:buNone/>
              <a:defRPr sz="2003" b="1">
                <a:solidFill>
                  <a:srgbClr val="182028"/>
                </a:solidFill>
                <a:latin typeface="Instrument Sans"/>
                <a:ea typeface="Instrument Sans"/>
                <a:cs typeface="Instrument Sans"/>
              </a:defRPr>
            </a:lvl3pPr>
            <a:lvl4pPr>
              <a:buNone/>
              <a:defRPr sz="2003" b="1">
                <a:solidFill>
                  <a:srgbClr val="182028"/>
                </a:solidFill>
                <a:latin typeface="Instrument Sans"/>
                <a:ea typeface="Instrument Sans"/>
                <a:cs typeface="Instrument Sans"/>
              </a:defRPr>
            </a:lvl4pPr>
            <a:lvl5pPr>
              <a:buNone/>
              <a:defRPr sz="2003" b="1">
                <a:solidFill>
                  <a:srgbClr val="182028"/>
                </a:solidFill>
                <a:latin typeface="Instrument Sans"/>
                <a:ea typeface="Instrument Sans"/>
                <a:cs typeface="Instrument Sans"/>
              </a:defRPr>
            </a:lvl5pPr>
            <a:lvl6pPr>
              <a:buNone/>
              <a:defRPr sz="2003" b="1">
                <a:solidFill>
                  <a:srgbClr val="182028"/>
                </a:solidFill>
                <a:latin typeface="Instrument Sans"/>
                <a:ea typeface="Instrument Sans"/>
                <a:cs typeface="Instrument Sans"/>
              </a:defRPr>
            </a:lvl6pPr>
            <a:lvl7pPr>
              <a:buNone/>
              <a:defRPr sz="2003" b="1">
                <a:solidFill>
                  <a:srgbClr val="182028"/>
                </a:solidFill>
                <a:latin typeface="Instrument Sans"/>
                <a:ea typeface="Instrument Sans"/>
                <a:cs typeface="Instrument Sans"/>
              </a:defRPr>
            </a:lvl7pPr>
            <a:lvl8pPr>
              <a:buNone/>
              <a:defRPr sz="2003" b="1">
                <a:solidFill>
                  <a:srgbClr val="182028"/>
                </a:solidFill>
                <a:latin typeface="Instrument Sans"/>
                <a:ea typeface="Instrument Sans"/>
                <a:cs typeface="Instrument Sans"/>
              </a:defRPr>
            </a:lvl8pPr>
            <a:lvl9pPr>
              <a:buNone/>
              <a:defRPr sz="2003" b="1">
                <a:solidFill>
                  <a:srgbClr val="182028"/>
                </a:solidFill>
                <a:latin typeface="Instrument Sans"/>
                <a:ea typeface="Instrument Sans"/>
                <a:cs typeface="Instrument Sans"/>
              </a:defRPr>
            </a:lvl9pPr>
          </a:lstStyle>
          <a:p xmlns:a="http://schemas.openxmlformats.org/drawingml/2006/main">
            <a:pPr>
              <a:buNone/>
              <a:defRPr sz="2003" b="1">
                <a:solidFill>
                  <a:srgbClr val="182028"/>
                </a:solidFill>
                <a:latin typeface="Instrument Sans"/>
                <a:ea typeface="Instrument Sans"/>
                <a:cs typeface="Instrument Sans"/>
              </a:defRPr>
            </a:pPr>
            <a:r>
              <a:rPr sz="2003" b="1">
                <a:solidFill>
                  <a:srgbClr val="182028"/>
                </a:solidFill>
                <a:latin typeface="Instrument Sans"/>
                <a:ea typeface="Instrument Sans"/>
                <a:cs typeface="Instrument Sans"/>
              </a:rPr>
              <a:t>React interface</a:t>
            </a:r>
          </a:p>
        </p:txBody>
      </p:sp>
      <p:sp>
        <p:nvSpPr>
          <p:cNvPr id="200" name="Architecture label: Buyer / seller / issuer">
            <a:extLst xmlns:a="http://schemas.openxmlformats.org/drawingml/2006/main">
              <a:ext uri="{FF2B5EF4-FFF2-40B4-BE49-F238E27FC236}">
                <a16:creationId xmlns:a16="http://schemas.microsoft.com/office/drawing/2014/main" id="{983253B7-A127-4169-8A05-2AF9CF002EFA}"/>
              </a:ext>
            </a:extLst>
          </p:cNvPr>
          <p:cNvSpPr>
            <a:spLocks xmlns:a="http://schemas.openxmlformats.org/drawingml/2006/main" noGrp="1"/>
          </p:cNvSpPr>
          <p:nvPr/>
        </p:nvSpPr>
        <p:spPr>
          <a:xfrm xmlns:a="http://schemas.openxmlformats.org/drawingml/2006/main">
            <a:off x="1400695" y="6573947"/>
            <a:ext cx="1982585"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0">
                <a:solidFill>
                  <a:srgbClr val="182028"/>
                </a:solidFill>
                <a:latin typeface="Instrument Sans"/>
                <a:ea typeface="Instrument Sans"/>
                <a:cs typeface="Instrument Sans"/>
              </a:defRPr>
            </a:defPPr>
            <a:lvl1pPr>
              <a:buNone/>
              <a:defRPr sz="1591" b="0">
                <a:solidFill>
                  <a:srgbClr val="182028"/>
                </a:solidFill>
                <a:latin typeface="Instrument Sans"/>
                <a:ea typeface="Instrument Sans"/>
                <a:cs typeface="Instrument Sans"/>
              </a:defRPr>
            </a:lvl1pPr>
            <a:lvl2pPr>
              <a:buNone/>
              <a:defRPr sz="1591" b="0">
                <a:solidFill>
                  <a:srgbClr val="182028"/>
                </a:solidFill>
                <a:latin typeface="Instrument Sans"/>
                <a:ea typeface="Instrument Sans"/>
                <a:cs typeface="Instrument Sans"/>
              </a:defRPr>
            </a:lvl2pPr>
            <a:lvl3pPr>
              <a:buNone/>
              <a:defRPr sz="1591" b="0">
                <a:solidFill>
                  <a:srgbClr val="182028"/>
                </a:solidFill>
                <a:latin typeface="Instrument Sans"/>
                <a:ea typeface="Instrument Sans"/>
                <a:cs typeface="Instrument Sans"/>
              </a:defRPr>
            </a:lvl3pPr>
            <a:lvl4pPr>
              <a:buNone/>
              <a:defRPr sz="1591" b="0">
                <a:solidFill>
                  <a:srgbClr val="182028"/>
                </a:solidFill>
                <a:latin typeface="Instrument Sans"/>
                <a:ea typeface="Instrument Sans"/>
                <a:cs typeface="Instrument Sans"/>
              </a:defRPr>
            </a:lvl4pPr>
            <a:lvl5pPr>
              <a:buNone/>
              <a:defRPr sz="1591" b="0">
                <a:solidFill>
                  <a:srgbClr val="182028"/>
                </a:solidFill>
                <a:latin typeface="Instrument Sans"/>
                <a:ea typeface="Instrument Sans"/>
                <a:cs typeface="Instrument Sans"/>
              </a:defRPr>
            </a:lvl5pPr>
            <a:lvl6pPr>
              <a:buNone/>
              <a:defRPr sz="1591" b="0">
                <a:solidFill>
                  <a:srgbClr val="182028"/>
                </a:solidFill>
                <a:latin typeface="Instrument Sans"/>
                <a:ea typeface="Instrument Sans"/>
                <a:cs typeface="Instrument Sans"/>
              </a:defRPr>
            </a:lvl6pPr>
            <a:lvl7pPr>
              <a:buNone/>
              <a:defRPr sz="1591" b="0">
                <a:solidFill>
                  <a:srgbClr val="182028"/>
                </a:solidFill>
                <a:latin typeface="Instrument Sans"/>
                <a:ea typeface="Instrument Sans"/>
                <a:cs typeface="Instrument Sans"/>
              </a:defRPr>
            </a:lvl7pPr>
            <a:lvl8pPr>
              <a:buNone/>
              <a:defRPr sz="1591" b="0">
                <a:solidFill>
                  <a:srgbClr val="182028"/>
                </a:solidFill>
                <a:latin typeface="Instrument Sans"/>
                <a:ea typeface="Instrument Sans"/>
                <a:cs typeface="Instrument Sans"/>
              </a:defRPr>
            </a:lvl8pPr>
            <a:lvl9pPr>
              <a:buNone/>
              <a:defRPr sz="1591" b="0">
                <a:solidFill>
                  <a:srgbClr val="182028"/>
                </a:solidFill>
                <a:latin typeface="Instrument Sans"/>
                <a:ea typeface="Instrument Sans"/>
                <a:cs typeface="Instrument Sans"/>
              </a:defRPr>
            </a:lvl9pPr>
          </a:lstStyle>
          <a:p xmlns:a="http://schemas.openxmlformats.org/drawingml/2006/main">
            <a:pPr>
              <a:buNone/>
              <a:defRPr sz="1591" b="0">
                <a:solidFill>
                  <a:srgbClr val="182028"/>
                </a:solidFill>
                <a:latin typeface="Instrument Sans"/>
                <a:ea typeface="Instrument Sans"/>
                <a:cs typeface="Instrument Sans"/>
              </a:defRPr>
            </a:pPr>
            <a:r>
              <a:rPr sz="1591" b="0">
                <a:solidFill>
                  <a:srgbClr val="182028"/>
                </a:solidFill>
                <a:latin typeface="Instrument Sans"/>
                <a:ea typeface="Instrument Sans"/>
                <a:cs typeface="Instrument Sans"/>
              </a:rPr>
              <a:t>Buyer / seller / issuer</a:t>
            </a:r>
          </a:p>
        </p:txBody>
      </p:sp>
      <p:sp>
        <p:nvSpPr>
          <p:cNvPr id="201" name="Architecture label: User wallet signing">
            <a:extLst xmlns:a="http://schemas.openxmlformats.org/drawingml/2006/main">
              <a:ext uri="{FF2B5EF4-FFF2-40B4-BE49-F238E27FC236}">
                <a16:creationId xmlns:a16="http://schemas.microsoft.com/office/drawing/2014/main" id="{553A9FB0-28C3-4772-883E-53509C279BED}"/>
              </a:ext>
            </a:extLst>
          </p:cNvPr>
          <p:cNvSpPr>
            <a:spLocks xmlns:a="http://schemas.openxmlformats.org/drawingml/2006/main" noGrp="1"/>
          </p:cNvSpPr>
          <p:nvPr/>
        </p:nvSpPr>
        <p:spPr>
          <a:xfrm xmlns:a="http://schemas.openxmlformats.org/drawingml/2006/main">
            <a:off x="1400695" y="6895650"/>
            <a:ext cx="1982585"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0">
                <a:solidFill>
                  <a:srgbClr val="182028"/>
                </a:solidFill>
                <a:latin typeface="Instrument Sans"/>
                <a:ea typeface="Instrument Sans"/>
                <a:cs typeface="Instrument Sans"/>
              </a:defRPr>
            </a:defPPr>
            <a:lvl1pPr>
              <a:buNone/>
              <a:defRPr sz="1591" b="0">
                <a:solidFill>
                  <a:srgbClr val="182028"/>
                </a:solidFill>
                <a:latin typeface="Instrument Sans"/>
                <a:ea typeface="Instrument Sans"/>
                <a:cs typeface="Instrument Sans"/>
              </a:defRPr>
            </a:lvl1pPr>
            <a:lvl2pPr>
              <a:buNone/>
              <a:defRPr sz="1591" b="0">
                <a:solidFill>
                  <a:srgbClr val="182028"/>
                </a:solidFill>
                <a:latin typeface="Instrument Sans"/>
                <a:ea typeface="Instrument Sans"/>
                <a:cs typeface="Instrument Sans"/>
              </a:defRPr>
            </a:lvl2pPr>
            <a:lvl3pPr>
              <a:buNone/>
              <a:defRPr sz="1591" b="0">
                <a:solidFill>
                  <a:srgbClr val="182028"/>
                </a:solidFill>
                <a:latin typeface="Instrument Sans"/>
                <a:ea typeface="Instrument Sans"/>
                <a:cs typeface="Instrument Sans"/>
              </a:defRPr>
            </a:lvl3pPr>
            <a:lvl4pPr>
              <a:buNone/>
              <a:defRPr sz="1591" b="0">
                <a:solidFill>
                  <a:srgbClr val="182028"/>
                </a:solidFill>
                <a:latin typeface="Instrument Sans"/>
                <a:ea typeface="Instrument Sans"/>
                <a:cs typeface="Instrument Sans"/>
              </a:defRPr>
            </a:lvl4pPr>
            <a:lvl5pPr>
              <a:buNone/>
              <a:defRPr sz="1591" b="0">
                <a:solidFill>
                  <a:srgbClr val="182028"/>
                </a:solidFill>
                <a:latin typeface="Instrument Sans"/>
                <a:ea typeface="Instrument Sans"/>
                <a:cs typeface="Instrument Sans"/>
              </a:defRPr>
            </a:lvl5pPr>
            <a:lvl6pPr>
              <a:buNone/>
              <a:defRPr sz="1591" b="0">
                <a:solidFill>
                  <a:srgbClr val="182028"/>
                </a:solidFill>
                <a:latin typeface="Instrument Sans"/>
                <a:ea typeface="Instrument Sans"/>
                <a:cs typeface="Instrument Sans"/>
              </a:defRPr>
            </a:lvl6pPr>
            <a:lvl7pPr>
              <a:buNone/>
              <a:defRPr sz="1591" b="0">
                <a:solidFill>
                  <a:srgbClr val="182028"/>
                </a:solidFill>
                <a:latin typeface="Instrument Sans"/>
                <a:ea typeface="Instrument Sans"/>
                <a:cs typeface="Instrument Sans"/>
              </a:defRPr>
            </a:lvl7pPr>
            <a:lvl8pPr>
              <a:buNone/>
              <a:defRPr sz="1591" b="0">
                <a:solidFill>
                  <a:srgbClr val="182028"/>
                </a:solidFill>
                <a:latin typeface="Instrument Sans"/>
                <a:ea typeface="Instrument Sans"/>
                <a:cs typeface="Instrument Sans"/>
              </a:defRPr>
            </a:lvl8pPr>
            <a:lvl9pPr>
              <a:buNone/>
              <a:defRPr sz="1591" b="0">
                <a:solidFill>
                  <a:srgbClr val="182028"/>
                </a:solidFill>
                <a:latin typeface="Instrument Sans"/>
                <a:ea typeface="Instrument Sans"/>
                <a:cs typeface="Instrument Sans"/>
              </a:defRPr>
            </a:lvl9pPr>
          </a:lstStyle>
          <a:p xmlns:a="http://schemas.openxmlformats.org/drawingml/2006/main">
            <a:pPr>
              <a:buNone/>
              <a:defRPr sz="1591" b="0">
                <a:solidFill>
                  <a:srgbClr val="182028"/>
                </a:solidFill>
                <a:latin typeface="Instrument Sans"/>
                <a:ea typeface="Instrument Sans"/>
                <a:cs typeface="Instrument Sans"/>
              </a:defRPr>
            </a:pPr>
            <a:r>
              <a:rPr sz="1591" b="0">
                <a:solidFill>
                  <a:srgbClr val="182028"/>
                </a:solidFill>
                <a:latin typeface="Instrument Sans"/>
                <a:ea typeface="Instrument Sans"/>
                <a:cs typeface="Instrument Sans"/>
              </a:rPr>
              <a:t>User wallet signing</a:t>
            </a:r>
          </a:p>
        </p:txBody>
      </p:sp>
      <p:sp>
        <p:nvSpPr>
          <p:cNvPr id="202" name="Architecture label: Private deal room">
            <a:extLst xmlns:a="http://schemas.openxmlformats.org/drawingml/2006/main">
              <a:ext uri="{FF2B5EF4-FFF2-40B4-BE49-F238E27FC236}">
                <a16:creationId xmlns:a16="http://schemas.microsoft.com/office/drawing/2014/main" id="{974747FC-7E8C-455B-A7F7-BBAF9E23E342}"/>
              </a:ext>
            </a:extLst>
          </p:cNvPr>
          <p:cNvSpPr>
            <a:spLocks xmlns:a="http://schemas.openxmlformats.org/drawingml/2006/main" noGrp="1"/>
          </p:cNvSpPr>
          <p:nvPr/>
        </p:nvSpPr>
        <p:spPr>
          <a:xfrm xmlns:a="http://schemas.openxmlformats.org/drawingml/2006/main">
            <a:off x="1400695" y="7217352"/>
            <a:ext cx="1982585"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0">
                <a:solidFill>
                  <a:srgbClr val="182028"/>
                </a:solidFill>
                <a:latin typeface="Instrument Sans"/>
                <a:ea typeface="Instrument Sans"/>
                <a:cs typeface="Instrument Sans"/>
              </a:defRPr>
            </a:defPPr>
            <a:lvl1pPr>
              <a:buNone/>
              <a:defRPr sz="1591" b="0">
                <a:solidFill>
                  <a:srgbClr val="182028"/>
                </a:solidFill>
                <a:latin typeface="Instrument Sans"/>
                <a:ea typeface="Instrument Sans"/>
                <a:cs typeface="Instrument Sans"/>
              </a:defRPr>
            </a:lvl1pPr>
            <a:lvl2pPr>
              <a:buNone/>
              <a:defRPr sz="1591" b="0">
                <a:solidFill>
                  <a:srgbClr val="182028"/>
                </a:solidFill>
                <a:latin typeface="Instrument Sans"/>
                <a:ea typeface="Instrument Sans"/>
                <a:cs typeface="Instrument Sans"/>
              </a:defRPr>
            </a:lvl2pPr>
            <a:lvl3pPr>
              <a:buNone/>
              <a:defRPr sz="1591" b="0">
                <a:solidFill>
                  <a:srgbClr val="182028"/>
                </a:solidFill>
                <a:latin typeface="Instrument Sans"/>
                <a:ea typeface="Instrument Sans"/>
                <a:cs typeface="Instrument Sans"/>
              </a:defRPr>
            </a:lvl3pPr>
            <a:lvl4pPr>
              <a:buNone/>
              <a:defRPr sz="1591" b="0">
                <a:solidFill>
                  <a:srgbClr val="182028"/>
                </a:solidFill>
                <a:latin typeface="Instrument Sans"/>
                <a:ea typeface="Instrument Sans"/>
                <a:cs typeface="Instrument Sans"/>
              </a:defRPr>
            </a:lvl4pPr>
            <a:lvl5pPr>
              <a:buNone/>
              <a:defRPr sz="1591" b="0">
                <a:solidFill>
                  <a:srgbClr val="182028"/>
                </a:solidFill>
                <a:latin typeface="Instrument Sans"/>
                <a:ea typeface="Instrument Sans"/>
                <a:cs typeface="Instrument Sans"/>
              </a:defRPr>
            </a:lvl5pPr>
            <a:lvl6pPr>
              <a:buNone/>
              <a:defRPr sz="1591" b="0">
                <a:solidFill>
                  <a:srgbClr val="182028"/>
                </a:solidFill>
                <a:latin typeface="Instrument Sans"/>
                <a:ea typeface="Instrument Sans"/>
                <a:cs typeface="Instrument Sans"/>
              </a:defRPr>
            </a:lvl6pPr>
            <a:lvl7pPr>
              <a:buNone/>
              <a:defRPr sz="1591" b="0">
                <a:solidFill>
                  <a:srgbClr val="182028"/>
                </a:solidFill>
                <a:latin typeface="Instrument Sans"/>
                <a:ea typeface="Instrument Sans"/>
                <a:cs typeface="Instrument Sans"/>
              </a:defRPr>
            </a:lvl7pPr>
            <a:lvl8pPr>
              <a:buNone/>
              <a:defRPr sz="1591" b="0">
                <a:solidFill>
                  <a:srgbClr val="182028"/>
                </a:solidFill>
                <a:latin typeface="Instrument Sans"/>
                <a:ea typeface="Instrument Sans"/>
                <a:cs typeface="Instrument Sans"/>
              </a:defRPr>
            </a:lvl8pPr>
            <a:lvl9pPr>
              <a:buNone/>
              <a:defRPr sz="1591" b="0">
                <a:solidFill>
                  <a:srgbClr val="182028"/>
                </a:solidFill>
                <a:latin typeface="Instrument Sans"/>
                <a:ea typeface="Instrument Sans"/>
                <a:cs typeface="Instrument Sans"/>
              </a:defRPr>
            </a:lvl9pPr>
          </a:lstStyle>
          <a:p xmlns:a="http://schemas.openxmlformats.org/drawingml/2006/main">
            <a:pPr>
              <a:buNone/>
              <a:defRPr sz="1591" b="0">
                <a:solidFill>
                  <a:srgbClr val="182028"/>
                </a:solidFill>
                <a:latin typeface="Instrument Sans"/>
                <a:ea typeface="Instrument Sans"/>
                <a:cs typeface="Instrument Sans"/>
              </a:defRPr>
            </a:pPr>
            <a:r>
              <a:rPr sz="1591" b="0">
                <a:solidFill>
                  <a:srgbClr val="182028"/>
                </a:solidFill>
                <a:latin typeface="Instrument Sans"/>
                <a:ea typeface="Instrument Sans"/>
                <a:cs typeface="Instrument Sans"/>
              </a:rPr>
              <a:t>Private deal room</a:t>
            </a:r>
          </a:p>
        </p:txBody>
      </p:sp>
      <p:sp>
        <p:nvSpPr>
          <p:cNvPr id="203" name="Architecture label: External verification services">
            <a:extLst xmlns:a="http://schemas.openxmlformats.org/drawingml/2006/main">
              <a:ext uri="{FF2B5EF4-FFF2-40B4-BE49-F238E27FC236}">
                <a16:creationId xmlns:a16="http://schemas.microsoft.com/office/drawing/2014/main" id="{E4C67252-254F-446B-A1C2-27B9F1A12A67}"/>
              </a:ext>
            </a:extLst>
          </p:cNvPr>
          <p:cNvSpPr>
            <a:spLocks xmlns:a="http://schemas.openxmlformats.org/drawingml/2006/main" noGrp="1"/>
          </p:cNvSpPr>
          <p:nvPr/>
        </p:nvSpPr>
        <p:spPr>
          <a:xfrm xmlns:a="http://schemas.openxmlformats.org/drawingml/2006/main">
            <a:off x="4729942" y="3790846"/>
            <a:ext cx="6284422" cy="3740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3" b="1">
                <a:solidFill>
                  <a:srgbClr val="182028"/>
                </a:solidFill>
                <a:latin typeface="Instrument Sans"/>
                <a:ea typeface="Instrument Sans"/>
                <a:cs typeface="Instrument Sans"/>
              </a:defRPr>
            </a:defPPr>
            <a:lvl1pPr>
              <a:buNone/>
              <a:defRPr sz="2003" b="1">
                <a:solidFill>
                  <a:srgbClr val="182028"/>
                </a:solidFill>
                <a:latin typeface="Instrument Sans"/>
                <a:ea typeface="Instrument Sans"/>
                <a:cs typeface="Instrument Sans"/>
              </a:defRPr>
            </a:lvl1pPr>
            <a:lvl2pPr>
              <a:buNone/>
              <a:defRPr sz="2003" b="1">
                <a:solidFill>
                  <a:srgbClr val="182028"/>
                </a:solidFill>
                <a:latin typeface="Instrument Sans"/>
                <a:ea typeface="Instrument Sans"/>
                <a:cs typeface="Instrument Sans"/>
              </a:defRPr>
            </a:lvl2pPr>
            <a:lvl3pPr>
              <a:buNone/>
              <a:defRPr sz="2003" b="1">
                <a:solidFill>
                  <a:srgbClr val="182028"/>
                </a:solidFill>
                <a:latin typeface="Instrument Sans"/>
                <a:ea typeface="Instrument Sans"/>
                <a:cs typeface="Instrument Sans"/>
              </a:defRPr>
            </a:lvl3pPr>
            <a:lvl4pPr>
              <a:buNone/>
              <a:defRPr sz="2003" b="1">
                <a:solidFill>
                  <a:srgbClr val="182028"/>
                </a:solidFill>
                <a:latin typeface="Instrument Sans"/>
                <a:ea typeface="Instrument Sans"/>
                <a:cs typeface="Instrument Sans"/>
              </a:defRPr>
            </a:lvl4pPr>
            <a:lvl5pPr>
              <a:buNone/>
              <a:defRPr sz="2003" b="1">
                <a:solidFill>
                  <a:srgbClr val="182028"/>
                </a:solidFill>
                <a:latin typeface="Instrument Sans"/>
                <a:ea typeface="Instrument Sans"/>
                <a:cs typeface="Instrument Sans"/>
              </a:defRPr>
            </a:lvl5pPr>
            <a:lvl6pPr>
              <a:buNone/>
              <a:defRPr sz="2003" b="1">
                <a:solidFill>
                  <a:srgbClr val="182028"/>
                </a:solidFill>
                <a:latin typeface="Instrument Sans"/>
                <a:ea typeface="Instrument Sans"/>
                <a:cs typeface="Instrument Sans"/>
              </a:defRPr>
            </a:lvl6pPr>
            <a:lvl7pPr>
              <a:buNone/>
              <a:defRPr sz="2003" b="1">
                <a:solidFill>
                  <a:srgbClr val="182028"/>
                </a:solidFill>
                <a:latin typeface="Instrument Sans"/>
                <a:ea typeface="Instrument Sans"/>
                <a:cs typeface="Instrument Sans"/>
              </a:defRPr>
            </a:lvl7pPr>
            <a:lvl8pPr>
              <a:buNone/>
              <a:defRPr sz="2003" b="1">
                <a:solidFill>
                  <a:srgbClr val="182028"/>
                </a:solidFill>
                <a:latin typeface="Instrument Sans"/>
                <a:ea typeface="Instrument Sans"/>
                <a:cs typeface="Instrument Sans"/>
              </a:defRPr>
            </a:lvl8pPr>
            <a:lvl9pPr>
              <a:buNone/>
              <a:defRPr sz="2003" b="1">
                <a:solidFill>
                  <a:srgbClr val="182028"/>
                </a:solidFill>
                <a:latin typeface="Instrument Sans"/>
                <a:ea typeface="Instrument Sans"/>
                <a:cs typeface="Instrument Sans"/>
              </a:defRPr>
            </a:lvl9pPr>
          </a:lstStyle>
          <a:p xmlns:a="http://schemas.openxmlformats.org/drawingml/2006/main">
            <a:pPr>
              <a:buNone/>
              <a:defRPr sz="2003" b="1">
                <a:solidFill>
                  <a:srgbClr val="182028"/>
                </a:solidFill>
                <a:latin typeface="Instrument Sans"/>
                <a:ea typeface="Instrument Sans"/>
                <a:cs typeface="Instrument Sans"/>
              </a:defRPr>
            </a:pPr>
            <a:r>
              <a:rPr sz="2003" b="1">
                <a:solidFill>
                  <a:srgbClr val="182028"/>
                </a:solidFill>
                <a:latin typeface="Instrument Sans"/>
                <a:ea typeface="Instrument Sans"/>
                <a:cs typeface="Instrument Sans"/>
              </a:rPr>
              <a:t>External verification services</a:t>
            </a:r>
          </a:p>
        </p:txBody>
      </p:sp>
      <p:sp>
        <p:nvSpPr>
          <p:cNvPr id="204" name="Architecture label: Identity">
            <a:extLst xmlns:a="http://schemas.openxmlformats.org/drawingml/2006/main">
              <a:ext uri="{FF2B5EF4-FFF2-40B4-BE49-F238E27FC236}">
                <a16:creationId xmlns:a16="http://schemas.microsoft.com/office/drawing/2014/main" id="{5BD84CAE-9B75-4670-9B77-C0FB3FF16B97}"/>
              </a:ext>
            </a:extLst>
          </p:cNvPr>
          <p:cNvSpPr>
            <a:spLocks xmlns:a="http://schemas.openxmlformats.org/drawingml/2006/main" noGrp="1"/>
          </p:cNvSpPr>
          <p:nvPr/>
        </p:nvSpPr>
        <p:spPr>
          <a:xfrm xmlns:a="http://schemas.openxmlformats.org/drawingml/2006/main">
            <a:off x="4767349" y="4269659"/>
            <a:ext cx="1271847"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1">
                <a:solidFill>
                  <a:srgbClr val="182028"/>
                </a:solidFill>
                <a:latin typeface="Instrument Sans"/>
                <a:ea typeface="Instrument Sans"/>
                <a:cs typeface="Instrument Sans"/>
              </a:defRPr>
            </a:defPPr>
            <a:lvl1pPr>
              <a:buNone/>
              <a:defRPr sz="1591" b="1">
                <a:solidFill>
                  <a:srgbClr val="182028"/>
                </a:solidFill>
                <a:latin typeface="Instrument Sans"/>
                <a:ea typeface="Instrument Sans"/>
                <a:cs typeface="Instrument Sans"/>
              </a:defRPr>
            </a:lvl1pPr>
            <a:lvl2pPr>
              <a:buNone/>
              <a:defRPr sz="1591" b="1">
                <a:solidFill>
                  <a:srgbClr val="182028"/>
                </a:solidFill>
                <a:latin typeface="Instrument Sans"/>
                <a:ea typeface="Instrument Sans"/>
                <a:cs typeface="Instrument Sans"/>
              </a:defRPr>
            </a:lvl2pPr>
            <a:lvl3pPr>
              <a:buNone/>
              <a:defRPr sz="1591" b="1">
                <a:solidFill>
                  <a:srgbClr val="182028"/>
                </a:solidFill>
                <a:latin typeface="Instrument Sans"/>
                <a:ea typeface="Instrument Sans"/>
                <a:cs typeface="Instrument Sans"/>
              </a:defRPr>
            </a:lvl3pPr>
            <a:lvl4pPr>
              <a:buNone/>
              <a:defRPr sz="1591" b="1">
                <a:solidFill>
                  <a:srgbClr val="182028"/>
                </a:solidFill>
                <a:latin typeface="Instrument Sans"/>
                <a:ea typeface="Instrument Sans"/>
                <a:cs typeface="Instrument Sans"/>
              </a:defRPr>
            </a:lvl4pPr>
            <a:lvl5pPr>
              <a:buNone/>
              <a:defRPr sz="1591" b="1">
                <a:solidFill>
                  <a:srgbClr val="182028"/>
                </a:solidFill>
                <a:latin typeface="Instrument Sans"/>
                <a:ea typeface="Instrument Sans"/>
                <a:cs typeface="Instrument Sans"/>
              </a:defRPr>
            </a:lvl5pPr>
            <a:lvl6pPr>
              <a:buNone/>
              <a:defRPr sz="1591" b="1">
                <a:solidFill>
                  <a:srgbClr val="182028"/>
                </a:solidFill>
                <a:latin typeface="Instrument Sans"/>
                <a:ea typeface="Instrument Sans"/>
                <a:cs typeface="Instrument Sans"/>
              </a:defRPr>
            </a:lvl6pPr>
            <a:lvl7pPr>
              <a:buNone/>
              <a:defRPr sz="1591" b="1">
                <a:solidFill>
                  <a:srgbClr val="182028"/>
                </a:solidFill>
                <a:latin typeface="Instrument Sans"/>
                <a:ea typeface="Instrument Sans"/>
                <a:cs typeface="Instrument Sans"/>
              </a:defRPr>
            </a:lvl7pPr>
            <a:lvl8pPr>
              <a:buNone/>
              <a:defRPr sz="1591" b="1">
                <a:solidFill>
                  <a:srgbClr val="182028"/>
                </a:solidFill>
                <a:latin typeface="Instrument Sans"/>
                <a:ea typeface="Instrument Sans"/>
                <a:cs typeface="Instrument Sans"/>
              </a:defRPr>
            </a:lvl8pPr>
            <a:lvl9pPr>
              <a:buNone/>
              <a:defRPr sz="1591" b="1">
                <a:solidFill>
                  <a:srgbClr val="182028"/>
                </a:solidFill>
                <a:latin typeface="Instrument Sans"/>
                <a:ea typeface="Instrument Sans"/>
                <a:cs typeface="Instrument Sans"/>
              </a:defRPr>
            </a:lvl9pPr>
          </a:lstStyle>
          <a:p xmlns:a="http://schemas.openxmlformats.org/drawingml/2006/main">
            <a:pPr>
              <a:buNone/>
              <a:defRPr sz="1591" b="1">
                <a:solidFill>
                  <a:srgbClr val="182028"/>
                </a:solidFill>
                <a:latin typeface="Instrument Sans"/>
                <a:ea typeface="Instrument Sans"/>
                <a:cs typeface="Instrument Sans"/>
              </a:defRPr>
            </a:pPr>
            <a:r>
              <a:rPr sz="1591" b="1">
                <a:solidFill>
                  <a:srgbClr val="182028"/>
                </a:solidFill>
                <a:latin typeface="Instrument Sans"/>
                <a:ea typeface="Instrument Sans"/>
                <a:cs typeface="Instrument Sans"/>
              </a:rPr>
              <a:t>Identity</a:t>
            </a:r>
          </a:p>
        </p:txBody>
      </p:sp>
      <p:sp>
        <p:nvSpPr>
          <p:cNvPr id="205" name="Architecture label: Didit">
            <a:extLst xmlns:a="http://schemas.openxmlformats.org/drawingml/2006/main">
              <a:ext uri="{FF2B5EF4-FFF2-40B4-BE49-F238E27FC236}">
                <a16:creationId xmlns:a16="http://schemas.microsoft.com/office/drawing/2014/main" id="{366807E1-386B-4759-813B-D223CD19DF0A}"/>
              </a:ext>
            </a:extLst>
          </p:cNvPr>
          <p:cNvSpPr>
            <a:spLocks xmlns:a="http://schemas.openxmlformats.org/drawingml/2006/main" noGrp="1"/>
          </p:cNvSpPr>
          <p:nvPr/>
        </p:nvSpPr>
        <p:spPr>
          <a:xfrm xmlns:a="http://schemas.openxmlformats.org/drawingml/2006/main">
            <a:off x="4767349" y="4598843"/>
            <a:ext cx="1271847"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0">
                <a:solidFill>
                  <a:srgbClr val="182028"/>
                </a:solidFill>
                <a:latin typeface="Instrument Sans"/>
                <a:ea typeface="Instrument Sans"/>
                <a:cs typeface="Instrument Sans"/>
              </a:defRPr>
            </a:defPPr>
            <a:lvl1pPr>
              <a:buNone/>
              <a:defRPr sz="1649" b="0">
                <a:solidFill>
                  <a:srgbClr val="182028"/>
                </a:solidFill>
                <a:latin typeface="Instrument Sans"/>
                <a:ea typeface="Instrument Sans"/>
                <a:cs typeface="Instrument Sans"/>
              </a:defRPr>
            </a:lvl1pPr>
            <a:lvl2pPr>
              <a:buNone/>
              <a:defRPr sz="1649" b="0">
                <a:solidFill>
                  <a:srgbClr val="182028"/>
                </a:solidFill>
                <a:latin typeface="Instrument Sans"/>
                <a:ea typeface="Instrument Sans"/>
                <a:cs typeface="Instrument Sans"/>
              </a:defRPr>
            </a:lvl2pPr>
            <a:lvl3pPr>
              <a:buNone/>
              <a:defRPr sz="1649" b="0">
                <a:solidFill>
                  <a:srgbClr val="182028"/>
                </a:solidFill>
                <a:latin typeface="Instrument Sans"/>
                <a:ea typeface="Instrument Sans"/>
                <a:cs typeface="Instrument Sans"/>
              </a:defRPr>
            </a:lvl3pPr>
            <a:lvl4pPr>
              <a:buNone/>
              <a:defRPr sz="1649" b="0">
                <a:solidFill>
                  <a:srgbClr val="182028"/>
                </a:solidFill>
                <a:latin typeface="Instrument Sans"/>
                <a:ea typeface="Instrument Sans"/>
                <a:cs typeface="Instrument Sans"/>
              </a:defRPr>
            </a:lvl4pPr>
            <a:lvl5pPr>
              <a:buNone/>
              <a:defRPr sz="1649" b="0">
                <a:solidFill>
                  <a:srgbClr val="182028"/>
                </a:solidFill>
                <a:latin typeface="Instrument Sans"/>
                <a:ea typeface="Instrument Sans"/>
                <a:cs typeface="Instrument Sans"/>
              </a:defRPr>
            </a:lvl5pPr>
            <a:lvl6pPr>
              <a:buNone/>
              <a:defRPr sz="1649" b="0">
                <a:solidFill>
                  <a:srgbClr val="182028"/>
                </a:solidFill>
                <a:latin typeface="Instrument Sans"/>
                <a:ea typeface="Instrument Sans"/>
                <a:cs typeface="Instrument Sans"/>
              </a:defRPr>
            </a:lvl6pPr>
            <a:lvl7pPr>
              <a:buNone/>
              <a:defRPr sz="1649" b="0">
                <a:solidFill>
                  <a:srgbClr val="182028"/>
                </a:solidFill>
                <a:latin typeface="Instrument Sans"/>
                <a:ea typeface="Instrument Sans"/>
                <a:cs typeface="Instrument Sans"/>
              </a:defRPr>
            </a:lvl7pPr>
            <a:lvl8pPr>
              <a:buNone/>
              <a:defRPr sz="1649" b="0">
                <a:solidFill>
                  <a:srgbClr val="182028"/>
                </a:solidFill>
                <a:latin typeface="Instrument Sans"/>
                <a:ea typeface="Instrument Sans"/>
                <a:cs typeface="Instrument Sans"/>
              </a:defRPr>
            </a:lvl8pPr>
            <a:lvl9pPr>
              <a:buNone/>
              <a:defRPr sz="1649" b="0">
                <a:solidFill>
                  <a:srgbClr val="182028"/>
                </a:solidFill>
                <a:latin typeface="Instrument Sans"/>
                <a:ea typeface="Instrument Sans"/>
                <a:cs typeface="Instrument Sans"/>
              </a:defRPr>
            </a:lvl9pPr>
          </a:lstStyle>
          <a:p xmlns:a="http://schemas.openxmlformats.org/drawingml/2006/main">
            <a:pPr>
              <a:buNone/>
              <a:defRPr sz="1649" b="0">
                <a:solidFill>
                  <a:srgbClr val="182028"/>
                </a:solidFill>
                <a:latin typeface="Instrument Sans"/>
                <a:ea typeface="Instrument Sans"/>
                <a:cs typeface="Instrument Sans"/>
              </a:defRPr>
            </a:pPr>
            <a:r>
              <a:rPr sz="1649" b="0">
                <a:solidFill>
                  <a:srgbClr val="182028"/>
                </a:solidFill>
                <a:latin typeface="Instrument Sans"/>
                <a:ea typeface="Instrument Sans"/>
                <a:cs typeface="Instrument Sans"/>
              </a:rPr>
              <a:t>Didit</a:t>
            </a:r>
          </a:p>
        </p:txBody>
      </p:sp>
      <p:sp>
        <p:nvSpPr>
          <p:cNvPr id="206" name="Architecture label: Funds">
            <a:extLst xmlns:a="http://schemas.openxmlformats.org/drawingml/2006/main">
              <a:ext uri="{FF2B5EF4-FFF2-40B4-BE49-F238E27FC236}">
                <a16:creationId xmlns:a16="http://schemas.microsoft.com/office/drawing/2014/main" id="{3C756808-FBB3-40C1-899A-A72EB0F6A093}"/>
              </a:ext>
            </a:extLst>
          </p:cNvPr>
          <p:cNvSpPr>
            <a:spLocks xmlns:a="http://schemas.openxmlformats.org/drawingml/2006/main" noGrp="1"/>
          </p:cNvSpPr>
          <p:nvPr/>
        </p:nvSpPr>
        <p:spPr>
          <a:xfrm xmlns:a="http://schemas.openxmlformats.org/drawingml/2006/main">
            <a:off x="6413269" y="4269659"/>
            <a:ext cx="1271847"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1">
                <a:solidFill>
                  <a:srgbClr val="182028"/>
                </a:solidFill>
                <a:latin typeface="Instrument Sans"/>
                <a:ea typeface="Instrument Sans"/>
                <a:cs typeface="Instrument Sans"/>
              </a:defRPr>
            </a:defPPr>
            <a:lvl1pPr>
              <a:buNone/>
              <a:defRPr sz="1649" b="1">
                <a:solidFill>
                  <a:srgbClr val="182028"/>
                </a:solidFill>
                <a:latin typeface="Instrument Sans"/>
                <a:ea typeface="Instrument Sans"/>
                <a:cs typeface="Instrument Sans"/>
              </a:defRPr>
            </a:lvl1pPr>
            <a:lvl2pPr>
              <a:buNone/>
              <a:defRPr sz="1649" b="1">
                <a:solidFill>
                  <a:srgbClr val="182028"/>
                </a:solidFill>
                <a:latin typeface="Instrument Sans"/>
                <a:ea typeface="Instrument Sans"/>
                <a:cs typeface="Instrument Sans"/>
              </a:defRPr>
            </a:lvl2pPr>
            <a:lvl3pPr>
              <a:buNone/>
              <a:defRPr sz="1649" b="1">
                <a:solidFill>
                  <a:srgbClr val="182028"/>
                </a:solidFill>
                <a:latin typeface="Instrument Sans"/>
                <a:ea typeface="Instrument Sans"/>
                <a:cs typeface="Instrument Sans"/>
              </a:defRPr>
            </a:lvl3pPr>
            <a:lvl4pPr>
              <a:buNone/>
              <a:defRPr sz="1649" b="1">
                <a:solidFill>
                  <a:srgbClr val="182028"/>
                </a:solidFill>
                <a:latin typeface="Instrument Sans"/>
                <a:ea typeface="Instrument Sans"/>
                <a:cs typeface="Instrument Sans"/>
              </a:defRPr>
            </a:lvl4pPr>
            <a:lvl5pPr>
              <a:buNone/>
              <a:defRPr sz="1649" b="1">
                <a:solidFill>
                  <a:srgbClr val="182028"/>
                </a:solidFill>
                <a:latin typeface="Instrument Sans"/>
                <a:ea typeface="Instrument Sans"/>
                <a:cs typeface="Instrument Sans"/>
              </a:defRPr>
            </a:lvl5pPr>
            <a:lvl6pPr>
              <a:buNone/>
              <a:defRPr sz="1649" b="1">
                <a:solidFill>
                  <a:srgbClr val="182028"/>
                </a:solidFill>
                <a:latin typeface="Instrument Sans"/>
                <a:ea typeface="Instrument Sans"/>
                <a:cs typeface="Instrument Sans"/>
              </a:defRPr>
            </a:lvl6pPr>
            <a:lvl7pPr>
              <a:buNone/>
              <a:defRPr sz="1649" b="1">
                <a:solidFill>
                  <a:srgbClr val="182028"/>
                </a:solidFill>
                <a:latin typeface="Instrument Sans"/>
                <a:ea typeface="Instrument Sans"/>
                <a:cs typeface="Instrument Sans"/>
              </a:defRPr>
            </a:lvl7pPr>
            <a:lvl8pPr>
              <a:buNone/>
              <a:defRPr sz="1649" b="1">
                <a:solidFill>
                  <a:srgbClr val="182028"/>
                </a:solidFill>
                <a:latin typeface="Instrument Sans"/>
                <a:ea typeface="Instrument Sans"/>
                <a:cs typeface="Instrument Sans"/>
              </a:defRPr>
            </a:lvl8pPr>
            <a:lvl9pPr>
              <a:buNone/>
              <a:defRPr sz="1649" b="1">
                <a:solidFill>
                  <a:srgbClr val="182028"/>
                </a:solidFill>
                <a:latin typeface="Instrument Sans"/>
                <a:ea typeface="Instrument Sans"/>
                <a:cs typeface="Instrument Sans"/>
              </a:defRPr>
            </a:lvl9pPr>
          </a:lstStyle>
          <a:p xmlns:a="http://schemas.openxmlformats.org/drawingml/2006/main">
            <a:pPr>
              <a:buNone/>
              <a:defRPr sz="1649" b="1">
                <a:solidFill>
                  <a:srgbClr val="182028"/>
                </a:solidFill>
                <a:latin typeface="Instrument Sans"/>
                <a:ea typeface="Instrument Sans"/>
                <a:cs typeface="Instrument Sans"/>
              </a:defRPr>
            </a:pPr>
            <a:r>
              <a:rPr sz="1649" b="1">
                <a:solidFill>
                  <a:srgbClr val="182028"/>
                </a:solidFill>
                <a:latin typeface="Instrument Sans"/>
                <a:ea typeface="Instrument Sans"/>
                <a:cs typeface="Instrument Sans"/>
              </a:rPr>
              <a:t>Funds</a:t>
            </a:r>
          </a:p>
        </p:txBody>
      </p:sp>
      <p:sp>
        <p:nvSpPr>
          <p:cNvPr id="207" name="Architecture label: Reclaim">
            <a:extLst xmlns:a="http://schemas.openxmlformats.org/drawingml/2006/main">
              <a:ext uri="{FF2B5EF4-FFF2-40B4-BE49-F238E27FC236}">
                <a16:creationId xmlns:a16="http://schemas.microsoft.com/office/drawing/2014/main" id="{8BD7BD0A-0A41-45B2-9620-F6AE2A3016CE}"/>
              </a:ext>
            </a:extLst>
          </p:cNvPr>
          <p:cNvSpPr>
            <a:spLocks xmlns:a="http://schemas.openxmlformats.org/drawingml/2006/main" noGrp="1"/>
          </p:cNvSpPr>
          <p:nvPr/>
        </p:nvSpPr>
        <p:spPr>
          <a:xfrm xmlns:a="http://schemas.openxmlformats.org/drawingml/2006/main">
            <a:off x="6413269" y="4598843"/>
            <a:ext cx="1271847"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0">
                <a:solidFill>
                  <a:srgbClr val="182028"/>
                </a:solidFill>
                <a:latin typeface="Instrument Sans"/>
                <a:ea typeface="Instrument Sans"/>
                <a:cs typeface="Instrument Sans"/>
              </a:defRPr>
            </a:defPPr>
            <a:lvl1pPr>
              <a:buNone/>
              <a:defRPr sz="1649" b="0">
                <a:solidFill>
                  <a:srgbClr val="182028"/>
                </a:solidFill>
                <a:latin typeface="Instrument Sans"/>
                <a:ea typeface="Instrument Sans"/>
                <a:cs typeface="Instrument Sans"/>
              </a:defRPr>
            </a:lvl1pPr>
            <a:lvl2pPr>
              <a:buNone/>
              <a:defRPr sz="1649" b="0">
                <a:solidFill>
                  <a:srgbClr val="182028"/>
                </a:solidFill>
                <a:latin typeface="Instrument Sans"/>
                <a:ea typeface="Instrument Sans"/>
                <a:cs typeface="Instrument Sans"/>
              </a:defRPr>
            </a:lvl2pPr>
            <a:lvl3pPr>
              <a:buNone/>
              <a:defRPr sz="1649" b="0">
                <a:solidFill>
                  <a:srgbClr val="182028"/>
                </a:solidFill>
                <a:latin typeface="Instrument Sans"/>
                <a:ea typeface="Instrument Sans"/>
                <a:cs typeface="Instrument Sans"/>
              </a:defRPr>
            </a:lvl3pPr>
            <a:lvl4pPr>
              <a:buNone/>
              <a:defRPr sz="1649" b="0">
                <a:solidFill>
                  <a:srgbClr val="182028"/>
                </a:solidFill>
                <a:latin typeface="Instrument Sans"/>
                <a:ea typeface="Instrument Sans"/>
                <a:cs typeface="Instrument Sans"/>
              </a:defRPr>
            </a:lvl4pPr>
            <a:lvl5pPr>
              <a:buNone/>
              <a:defRPr sz="1649" b="0">
                <a:solidFill>
                  <a:srgbClr val="182028"/>
                </a:solidFill>
                <a:latin typeface="Instrument Sans"/>
                <a:ea typeface="Instrument Sans"/>
                <a:cs typeface="Instrument Sans"/>
              </a:defRPr>
            </a:lvl5pPr>
            <a:lvl6pPr>
              <a:buNone/>
              <a:defRPr sz="1649" b="0">
                <a:solidFill>
                  <a:srgbClr val="182028"/>
                </a:solidFill>
                <a:latin typeface="Instrument Sans"/>
                <a:ea typeface="Instrument Sans"/>
                <a:cs typeface="Instrument Sans"/>
              </a:defRPr>
            </a:lvl6pPr>
            <a:lvl7pPr>
              <a:buNone/>
              <a:defRPr sz="1649" b="0">
                <a:solidFill>
                  <a:srgbClr val="182028"/>
                </a:solidFill>
                <a:latin typeface="Instrument Sans"/>
                <a:ea typeface="Instrument Sans"/>
                <a:cs typeface="Instrument Sans"/>
              </a:defRPr>
            </a:lvl7pPr>
            <a:lvl8pPr>
              <a:buNone/>
              <a:defRPr sz="1649" b="0">
                <a:solidFill>
                  <a:srgbClr val="182028"/>
                </a:solidFill>
                <a:latin typeface="Instrument Sans"/>
                <a:ea typeface="Instrument Sans"/>
                <a:cs typeface="Instrument Sans"/>
              </a:defRPr>
            </a:lvl8pPr>
            <a:lvl9pPr>
              <a:buNone/>
              <a:defRPr sz="1649" b="0">
                <a:solidFill>
                  <a:srgbClr val="182028"/>
                </a:solidFill>
                <a:latin typeface="Instrument Sans"/>
                <a:ea typeface="Instrument Sans"/>
                <a:cs typeface="Instrument Sans"/>
              </a:defRPr>
            </a:lvl9pPr>
          </a:lstStyle>
          <a:p xmlns:a="http://schemas.openxmlformats.org/drawingml/2006/main">
            <a:pPr>
              <a:buNone/>
              <a:defRPr sz="1649" b="0">
                <a:solidFill>
                  <a:srgbClr val="182028"/>
                </a:solidFill>
                <a:latin typeface="Instrument Sans"/>
                <a:ea typeface="Instrument Sans"/>
                <a:cs typeface="Instrument Sans"/>
              </a:defRPr>
            </a:pPr>
            <a:r>
              <a:rPr sz="1649" b="0">
                <a:solidFill>
                  <a:srgbClr val="182028"/>
                </a:solidFill>
                <a:latin typeface="Instrument Sans"/>
                <a:ea typeface="Instrument Sans"/>
                <a:cs typeface="Instrument Sans"/>
              </a:rPr>
              <a:t>Reclaim</a:t>
            </a:r>
          </a:p>
        </p:txBody>
      </p:sp>
      <p:sp>
        <p:nvSpPr>
          <p:cNvPr id="208" name="Architecture label: Property">
            <a:extLst xmlns:a="http://schemas.openxmlformats.org/drawingml/2006/main">
              <a:ext uri="{FF2B5EF4-FFF2-40B4-BE49-F238E27FC236}">
                <a16:creationId xmlns:a16="http://schemas.microsoft.com/office/drawing/2014/main" id="{11036EE1-B83A-44DA-B8A0-2194DE7B5417}"/>
              </a:ext>
            </a:extLst>
          </p:cNvPr>
          <p:cNvSpPr>
            <a:spLocks xmlns:a="http://schemas.openxmlformats.org/drawingml/2006/main" noGrp="1"/>
          </p:cNvSpPr>
          <p:nvPr/>
        </p:nvSpPr>
        <p:spPr>
          <a:xfrm xmlns:a="http://schemas.openxmlformats.org/drawingml/2006/main">
            <a:off x="8059189" y="4269659"/>
            <a:ext cx="1271847"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1">
                <a:solidFill>
                  <a:srgbClr val="182028"/>
                </a:solidFill>
                <a:latin typeface="Instrument Sans"/>
                <a:ea typeface="Instrument Sans"/>
                <a:cs typeface="Instrument Sans"/>
              </a:defRPr>
            </a:defPPr>
            <a:lvl1pPr>
              <a:buNone/>
              <a:defRPr sz="1591" b="1">
                <a:solidFill>
                  <a:srgbClr val="182028"/>
                </a:solidFill>
                <a:latin typeface="Instrument Sans"/>
                <a:ea typeface="Instrument Sans"/>
                <a:cs typeface="Instrument Sans"/>
              </a:defRPr>
            </a:lvl1pPr>
            <a:lvl2pPr>
              <a:buNone/>
              <a:defRPr sz="1591" b="1">
                <a:solidFill>
                  <a:srgbClr val="182028"/>
                </a:solidFill>
                <a:latin typeface="Instrument Sans"/>
                <a:ea typeface="Instrument Sans"/>
                <a:cs typeface="Instrument Sans"/>
              </a:defRPr>
            </a:lvl2pPr>
            <a:lvl3pPr>
              <a:buNone/>
              <a:defRPr sz="1591" b="1">
                <a:solidFill>
                  <a:srgbClr val="182028"/>
                </a:solidFill>
                <a:latin typeface="Instrument Sans"/>
                <a:ea typeface="Instrument Sans"/>
                <a:cs typeface="Instrument Sans"/>
              </a:defRPr>
            </a:lvl3pPr>
            <a:lvl4pPr>
              <a:buNone/>
              <a:defRPr sz="1591" b="1">
                <a:solidFill>
                  <a:srgbClr val="182028"/>
                </a:solidFill>
                <a:latin typeface="Instrument Sans"/>
                <a:ea typeface="Instrument Sans"/>
                <a:cs typeface="Instrument Sans"/>
              </a:defRPr>
            </a:lvl4pPr>
            <a:lvl5pPr>
              <a:buNone/>
              <a:defRPr sz="1591" b="1">
                <a:solidFill>
                  <a:srgbClr val="182028"/>
                </a:solidFill>
                <a:latin typeface="Instrument Sans"/>
                <a:ea typeface="Instrument Sans"/>
                <a:cs typeface="Instrument Sans"/>
              </a:defRPr>
            </a:lvl5pPr>
            <a:lvl6pPr>
              <a:buNone/>
              <a:defRPr sz="1591" b="1">
                <a:solidFill>
                  <a:srgbClr val="182028"/>
                </a:solidFill>
                <a:latin typeface="Instrument Sans"/>
                <a:ea typeface="Instrument Sans"/>
                <a:cs typeface="Instrument Sans"/>
              </a:defRPr>
            </a:lvl6pPr>
            <a:lvl7pPr>
              <a:buNone/>
              <a:defRPr sz="1591" b="1">
                <a:solidFill>
                  <a:srgbClr val="182028"/>
                </a:solidFill>
                <a:latin typeface="Instrument Sans"/>
                <a:ea typeface="Instrument Sans"/>
                <a:cs typeface="Instrument Sans"/>
              </a:defRPr>
            </a:lvl7pPr>
            <a:lvl8pPr>
              <a:buNone/>
              <a:defRPr sz="1591" b="1">
                <a:solidFill>
                  <a:srgbClr val="182028"/>
                </a:solidFill>
                <a:latin typeface="Instrument Sans"/>
                <a:ea typeface="Instrument Sans"/>
                <a:cs typeface="Instrument Sans"/>
              </a:defRPr>
            </a:lvl8pPr>
            <a:lvl9pPr>
              <a:buNone/>
              <a:defRPr sz="1591" b="1">
                <a:solidFill>
                  <a:srgbClr val="182028"/>
                </a:solidFill>
                <a:latin typeface="Instrument Sans"/>
                <a:ea typeface="Instrument Sans"/>
                <a:cs typeface="Instrument Sans"/>
              </a:defRPr>
            </a:lvl9pPr>
          </a:lstStyle>
          <a:p xmlns:a="http://schemas.openxmlformats.org/drawingml/2006/main">
            <a:pPr>
              <a:buNone/>
              <a:defRPr sz="1591" b="1">
                <a:solidFill>
                  <a:srgbClr val="182028"/>
                </a:solidFill>
                <a:latin typeface="Instrument Sans"/>
                <a:ea typeface="Instrument Sans"/>
                <a:cs typeface="Instrument Sans"/>
              </a:defRPr>
            </a:pPr>
            <a:r>
              <a:rPr sz="1591" b="1">
                <a:solidFill>
                  <a:srgbClr val="182028"/>
                </a:solidFill>
                <a:latin typeface="Instrument Sans"/>
                <a:ea typeface="Instrument Sans"/>
                <a:cs typeface="Instrument Sans"/>
              </a:rPr>
              <a:t>Property</a:t>
            </a:r>
          </a:p>
        </p:txBody>
      </p:sp>
      <p:sp>
        <p:nvSpPr>
          <p:cNvPr id="209" name="Architecture label: Predial Online">
            <a:extLst xmlns:a="http://schemas.openxmlformats.org/drawingml/2006/main">
              <a:ext uri="{FF2B5EF4-FFF2-40B4-BE49-F238E27FC236}">
                <a16:creationId xmlns:a16="http://schemas.microsoft.com/office/drawing/2014/main" id="{59CA891C-B582-484F-AD14-10E6FF327264}"/>
              </a:ext>
            </a:extLst>
          </p:cNvPr>
          <p:cNvSpPr>
            <a:spLocks xmlns:a="http://schemas.openxmlformats.org/drawingml/2006/main" noGrp="1"/>
          </p:cNvSpPr>
          <p:nvPr/>
        </p:nvSpPr>
        <p:spPr>
          <a:xfrm xmlns:a="http://schemas.openxmlformats.org/drawingml/2006/main">
            <a:off x="8059189" y="4598843"/>
            <a:ext cx="1271847"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32" b="0">
                <a:solidFill>
                  <a:srgbClr val="182028"/>
                </a:solidFill>
                <a:latin typeface="Instrument Sans"/>
                <a:ea typeface="Instrument Sans"/>
                <a:cs typeface="Instrument Sans"/>
              </a:defRPr>
            </a:defPPr>
            <a:lvl1pPr>
              <a:buNone/>
              <a:defRPr sz="1532" b="0">
                <a:solidFill>
                  <a:srgbClr val="182028"/>
                </a:solidFill>
                <a:latin typeface="Instrument Sans"/>
                <a:ea typeface="Instrument Sans"/>
                <a:cs typeface="Instrument Sans"/>
              </a:defRPr>
            </a:lvl1pPr>
            <a:lvl2pPr>
              <a:buNone/>
              <a:defRPr sz="1532" b="0">
                <a:solidFill>
                  <a:srgbClr val="182028"/>
                </a:solidFill>
                <a:latin typeface="Instrument Sans"/>
                <a:ea typeface="Instrument Sans"/>
                <a:cs typeface="Instrument Sans"/>
              </a:defRPr>
            </a:lvl2pPr>
            <a:lvl3pPr>
              <a:buNone/>
              <a:defRPr sz="1532" b="0">
                <a:solidFill>
                  <a:srgbClr val="182028"/>
                </a:solidFill>
                <a:latin typeface="Instrument Sans"/>
                <a:ea typeface="Instrument Sans"/>
                <a:cs typeface="Instrument Sans"/>
              </a:defRPr>
            </a:lvl3pPr>
            <a:lvl4pPr>
              <a:buNone/>
              <a:defRPr sz="1532" b="0">
                <a:solidFill>
                  <a:srgbClr val="182028"/>
                </a:solidFill>
                <a:latin typeface="Instrument Sans"/>
                <a:ea typeface="Instrument Sans"/>
                <a:cs typeface="Instrument Sans"/>
              </a:defRPr>
            </a:lvl4pPr>
            <a:lvl5pPr>
              <a:buNone/>
              <a:defRPr sz="1532" b="0">
                <a:solidFill>
                  <a:srgbClr val="182028"/>
                </a:solidFill>
                <a:latin typeface="Instrument Sans"/>
                <a:ea typeface="Instrument Sans"/>
                <a:cs typeface="Instrument Sans"/>
              </a:defRPr>
            </a:lvl5pPr>
            <a:lvl6pPr>
              <a:buNone/>
              <a:defRPr sz="1532" b="0">
                <a:solidFill>
                  <a:srgbClr val="182028"/>
                </a:solidFill>
                <a:latin typeface="Instrument Sans"/>
                <a:ea typeface="Instrument Sans"/>
                <a:cs typeface="Instrument Sans"/>
              </a:defRPr>
            </a:lvl6pPr>
            <a:lvl7pPr>
              <a:buNone/>
              <a:defRPr sz="1532" b="0">
                <a:solidFill>
                  <a:srgbClr val="182028"/>
                </a:solidFill>
                <a:latin typeface="Instrument Sans"/>
                <a:ea typeface="Instrument Sans"/>
                <a:cs typeface="Instrument Sans"/>
              </a:defRPr>
            </a:lvl7pPr>
            <a:lvl8pPr>
              <a:buNone/>
              <a:defRPr sz="1532" b="0">
                <a:solidFill>
                  <a:srgbClr val="182028"/>
                </a:solidFill>
                <a:latin typeface="Instrument Sans"/>
                <a:ea typeface="Instrument Sans"/>
                <a:cs typeface="Instrument Sans"/>
              </a:defRPr>
            </a:lvl8pPr>
            <a:lvl9pPr>
              <a:buNone/>
              <a:defRPr sz="1532" b="0">
                <a:solidFill>
                  <a:srgbClr val="182028"/>
                </a:solidFill>
                <a:latin typeface="Instrument Sans"/>
                <a:ea typeface="Instrument Sans"/>
                <a:cs typeface="Instrument Sans"/>
              </a:defRPr>
            </a:lvl9pPr>
          </a:lstStyle>
          <a:p xmlns:a="http://schemas.openxmlformats.org/drawingml/2006/main">
            <a:pPr>
              <a:buNone/>
              <a:defRPr sz="1532" b="0">
                <a:solidFill>
                  <a:srgbClr val="182028"/>
                </a:solidFill>
                <a:latin typeface="Instrument Sans"/>
                <a:ea typeface="Instrument Sans"/>
                <a:cs typeface="Instrument Sans"/>
              </a:defRPr>
            </a:pPr>
            <a:r>
              <a:rPr sz="1532" b="0">
                <a:solidFill>
                  <a:srgbClr val="182028"/>
                </a:solidFill>
                <a:latin typeface="Instrument Sans"/>
                <a:ea typeface="Instrument Sans"/>
                <a:cs typeface="Instrument Sans"/>
              </a:rPr>
              <a:t>Predial Online</a:t>
            </a:r>
          </a:p>
        </p:txBody>
      </p:sp>
      <p:sp>
        <p:nvSpPr>
          <p:cNvPr id="210" name="Architecture label: Credentials">
            <a:extLst xmlns:a="http://schemas.openxmlformats.org/drawingml/2006/main">
              <a:ext uri="{FF2B5EF4-FFF2-40B4-BE49-F238E27FC236}">
                <a16:creationId xmlns:a16="http://schemas.microsoft.com/office/drawing/2014/main" id="{D05900BE-23DB-4DC0-A10E-208A2D35304B}"/>
              </a:ext>
            </a:extLst>
          </p:cNvPr>
          <p:cNvSpPr>
            <a:spLocks xmlns:a="http://schemas.openxmlformats.org/drawingml/2006/main" noGrp="1"/>
          </p:cNvSpPr>
          <p:nvPr/>
        </p:nvSpPr>
        <p:spPr>
          <a:xfrm xmlns:a="http://schemas.openxmlformats.org/drawingml/2006/main">
            <a:off x="9705109" y="4269659"/>
            <a:ext cx="1271847"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32" b="1">
                <a:solidFill>
                  <a:srgbClr val="182028"/>
                </a:solidFill>
                <a:latin typeface="Instrument Sans"/>
                <a:ea typeface="Instrument Sans"/>
                <a:cs typeface="Instrument Sans"/>
              </a:defRPr>
            </a:defPPr>
            <a:lvl1pPr>
              <a:buNone/>
              <a:defRPr sz="1532" b="1">
                <a:solidFill>
                  <a:srgbClr val="182028"/>
                </a:solidFill>
                <a:latin typeface="Instrument Sans"/>
                <a:ea typeface="Instrument Sans"/>
                <a:cs typeface="Instrument Sans"/>
              </a:defRPr>
            </a:lvl1pPr>
            <a:lvl2pPr>
              <a:buNone/>
              <a:defRPr sz="1532" b="1">
                <a:solidFill>
                  <a:srgbClr val="182028"/>
                </a:solidFill>
                <a:latin typeface="Instrument Sans"/>
                <a:ea typeface="Instrument Sans"/>
                <a:cs typeface="Instrument Sans"/>
              </a:defRPr>
            </a:lvl2pPr>
            <a:lvl3pPr>
              <a:buNone/>
              <a:defRPr sz="1532" b="1">
                <a:solidFill>
                  <a:srgbClr val="182028"/>
                </a:solidFill>
                <a:latin typeface="Instrument Sans"/>
                <a:ea typeface="Instrument Sans"/>
                <a:cs typeface="Instrument Sans"/>
              </a:defRPr>
            </a:lvl3pPr>
            <a:lvl4pPr>
              <a:buNone/>
              <a:defRPr sz="1532" b="1">
                <a:solidFill>
                  <a:srgbClr val="182028"/>
                </a:solidFill>
                <a:latin typeface="Instrument Sans"/>
                <a:ea typeface="Instrument Sans"/>
                <a:cs typeface="Instrument Sans"/>
              </a:defRPr>
            </a:lvl4pPr>
            <a:lvl5pPr>
              <a:buNone/>
              <a:defRPr sz="1532" b="1">
                <a:solidFill>
                  <a:srgbClr val="182028"/>
                </a:solidFill>
                <a:latin typeface="Instrument Sans"/>
                <a:ea typeface="Instrument Sans"/>
                <a:cs typeface="Instrument Sans"/>
              </a:defRPr>
            </a:lvl5pPr>
            <a:lvl6pPr>
              <a:buNone/>
              <a:defRPr sz="1532" b="1">
                <a:solidFill>
                  <a:srgbClr val="182028"/>
                </a:solidFill>
                <a:latin typeface="Instrument Sans"/>
                <a:ea typeface="Instrument Sans"/>
                <a:cs typeface="Instrument Sans"/>
              </a:defRPr>
            </a:lvl6pPr>
            <a:lvl7pPr>
              <a:buNone/>
              <a:defRPr sz="1532" b="1">
                <a:solidFill>
                  <a:srgbClr val="182028"/>
                </a:solidFill>
                <a:latin typeface="Instrument Sans"/>
                <a:ea typeface="Instrument Sans"/>
                <a:cs typeface="Instrument Sans"/>
              </a:defRPr>
            </a:lvl7pPr>
            <a:lvl8pPr>
              <a:buNone/>
              <a:defRPr sz="1532" b="1">
                <a:solidFill>
                  <a:srgbClr val="182028"/>
                </a:solidFill>
                <a:latin typeface="Instrument Sans"/>
                <a:ea typeface="Instrument Sans"/>
                <a:cs typeface="Instrument Sans"/>
              </a:defRPr>
            </a:lvl8pPr>
            <a:lvl9pPr>
              <a:buNone/>
              <a:defRPr sz="1532" b="1">
                <a:solidFill>
                  <a:srgbClr val="182028"/>
                </a:solidFill>
                <a:latin typeface="Instrument Sans"/>
                <a:ea typeface="Instrument Sans"/>
                <a:cs typeface="Instrument Sans"/>
              </a:defRPr>
            </a:lvl9pPr>
          </a:lstStyle>
          <a:p xmlns:a="http://schemas.openxmlformats.org/drawingml/2006/main">
            <a:pPr>
              <a:buNone/>
              <a:defRPr sz="1532" b="1">
                <a:solidFill>
                  <a:srgbClr val="182028"/>
                </a:solidFill>
                <a:latin typeface="Instrument Sans"/>
                <a:ea typeface="Instrument Sans"/>
                <a:cs typeface="Instrument Sans"/>
              </a:defRPr>
            </a:pPr>
            <a:r>
              <a:rPr sz="1532" b="1">
                <a:solidFill>
                  <a:srgbClr val="182028"/>
                </a:solidFill>
                <a:latin typeface="Instrument Sans"/>
                <a:ea typeface="Instrument Sans"/>
                <a:cs typeface="Instrument Sans"/>
              </a:rPr>
              <a:t>Credentials</a:t>
            </a:r>
          </a:p>
        </p:txBody>
      </p:sp>
      <p:sp>
        <p:nvSpPr>
          <p:cNvPr id="211" name="Architecture label: ACTA">
            <a:extLst xmlns:a="http://schemas.openxmlformats.org/drawingml/2006/main">
              <a:ext uri="{FF2B5EF4-FFF2-40B4-BE49-F238E27FC236}">
                <a16:creationId xmlns:a16="http://schemas.microsoft.com/office/drawing/2014/main" id="{89858C87-F28D-4939-BA44-A3E66E87B38F}"/>
              </a:ext>
            </a:extLst>
          </p:cNvPr>
          <p:cNvSpPr>
            <a:spLocks xmlns:a="http://schemas.openxmlformats.org/drawingml/2006/main" noGrp="1"/>
          </p:cNvSpPr>
          <p:nvPr/>
        </p:nvSpPr>
        <p:spPr>
          <a:xfrm xmlns:a="http://schemas.openxmlformats.org/drawingml/2006/main">
            <a:off x="9705109" y="4598843"/>
            <a:ext cx="1271847"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0">
                <a:solidFill>
                  <a:srgbClr val="182028"/>
                </a:solidFill>
                <a:latin typeface="Instrument Sans"/>
                <a:ea typeface="Instrument Sans"/>
                <a:cs typeface="Instrument Sans"/>
              </a:defRPr>
            </a:defPPr>
            <a:lvl1pPr>
              <a:buNone/>
              <a:defRPr sz="1649" b="0">
                <a:solidFill>
                  <a:srgbClr val="182028"/>
                </a:solidFill>
                <a:latin typeface="Instrument Sans"/>
                <a:ea typeface="Instrument Sans"/>
                <a:cs typeface="Instrument Sans"/>
              </a:defRPr>
            </a:lvl1pPr>
            <a:lvl2pPr>
              <a:buNone/>
              <a:defRPr sz="1649" b="0">
                <a:solidFill>
                  <a:srgbClr val="182028"/>
                </a:solidFill>
                <a:latin typeface="Instrument Sans"/>
                <a:ea typeface="Instrument Sans"/>
                <a:cs typeface="Instrument Sans"/>
              </a:defRPr>
            </a:lvl2pPr>
            <a:lvl3pPr>
              <a:buNone/>
              <a:defRPr sz="1649" b="0">
                <a:solidFill>
                  <a:srgbClr val="182028"/>
                </a:solidFill>
                <a:latin typeface="Instrument Sans"/>
                <a:ea typeface="Instrument Sans"/>
                <a:cs typeface="Instrument Sans"/>
              </a:defRPr>
            </a:lvl3pPr>
            <a:lvl4pPr>
              <a:buNone/>
              <a:defRPr sz="1649" b="0">
                <a:solidFill>
                  <a:srgbClr val="182028"/>
                </a:solidFill>
                <a:latin typeface="Instrument Sans"/>
                <a:ea typeface="Instrument Sans"/>
                <a:cs typeface="Instrument Sans"/>
              </a:defRPr>
            </a:lvl4pPr>
            <a:lvl5pPr>
              <a:buNone/>
              <a:defRPr sz="1649" b="0">
                <a:solidFill>
                  <a:srgbClr val="182028"/>
                </a:solidFill>
                <a:latin typeface="Instrument Sans"/>
                <a:ea typeface="Instrument Sans"/>
                <a:cs typeface="Instrument Sans"/>
              </a:defRPr>
            </a:lvl5pPr>
            <a:lvl6pPr>
              <a:buNone/>
              <a:defRPr sz="1649" b="0">
                <a:solidFill>
                  <a:srgbClr val="182028"/>
                </a:solidFill>
                <a:latin typeface="Instrument Sans"/>
                <a:ea typeface="Instrument Sans"/>
                <a:cs typeface="Instrument Sans"/>
              </a:defRPr>
            </a:lvl6pPr>
            <a:lvl7pPr>
              <a:buNone/>
              <a:defRPr sz="1649" b="0">
                <a:solidFill>
                  <a:srgbClr val="182028"/>
                </a:solidFill>
                <a:latin typeface="Instrument Sans"/>
                <a:ea typeface="Instrument Sans"/>
                <a:cs typeface="Instrument Sans"/>
              </a:defRPr>
            </a:lvl7pPr>
            <a:lvl8pPr>
              <a:buNone/>
              <a:defRPr sz="1649" b="0">
                <a:solidFill>
                  <a:srgbClr val="182028"/>
                </a:solidFill>
                <a:latin typeface="Instrument Sans"/>
                <a:ea typeface="Instrument Sans"/>
                <a:cs typeface="Instrument Sans"/>
              </a:defRPr>
            </a:lvl8pPr>
            <a:lvl9pPr>
              <a:buNone/>
              <a:defRPr sz="1649" b="0">
                <a:solidFill>
                  <a:srgbClr val="182028"/>
                </a:solidFill>
                <a:latin typeface="Instrument Sans"/>
                <a:ea typeface="Instrument Sans"/>
                <a:cs typeface="Instrument Sans"/>
              </a:defRPr>
            </a:lvl9pPr>
          </a:lstStyle>
          <a:p xmlns:a="http://schemas.openxmlformats.org/drawingml/2006/main">
            <a:pPr>
              <a:buNone/>
              <a:defRPr sz="1649" b="0">
                <a:solidFill>
                  <a:srgbClr val="182028"/>
                </a:solidFill>
                <a:latin typeface="Instrument Sans"/>
                <a:ea typeface="Instrument Sans"/>
                <a:cs typeface="Instrument Sans"/>
              </a:defRPr>
            </a:pPr>
            <a:r>
              <a:rPr sz="1649" b="0">
                <a:solidFill>
                  <a:srgbClr val="182028"/>
                </a:solidFill>
                <a:latin typeface="Instrument Sans"/>
                <a:ea typeface="Instrument Sans"/>
                <a:cs typeface="Instrument Sans"/>
              </a:rPr>
              <a:t>ACTA</a:t>
            </a:r>
          </a:p>
        </p:txBody>
      </p:sp>
      <p:sp>
        <p:nvSpPr>
          <p:cNvPr id="212" name="Architecture label: Cloudflare backend">
            <a:extLst xmlns:a="http://schemas.openxmlformats.org/drawingml/2006/main">
              <a:ext uri="{FF2B5EF4-FFF2-40B4-BE49-F238E27FC236}">
                <a16:creationId xmlns:a16="http://schemas.microsoft.com/office/drawing/2014/main" id="{C10A7DDF-1165-4663-94B2-68237BFF1E5F}"/>
              </a:ext>
            </a:extLst>
          </p:cNvPr>
          <p:cNvSpPr>
            <a:spLocks xmlns:a="http://schemas.openxmlformats.org/drawingml/2006/main" noGrp="1"/>
          </p:cNvSpPr>
          <p:nvPr/>
        </p:nvSpPr>
        <p:spPr>
          <a:xfrm xmlns:a="http://schemas.openxmlformats.org/drawingml/2006/main">
            <a:off x="4729942" y="5825802"/>
            <a:ext cx="6284422" cy="3890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21" b="1">
                <a:solidFill>
                  <a:srgbClr val="182028"/>
                </a:solidFill>
                <a:latin typeface="Instrument Sans"/>
                <a:ea typeface="Instrument Sans"/>
                <a:cs typeface="Instrument Sans"/>
              </a:defRPr>
            </a:defPPr>
            <a:lvl1pPr>
              <a:buNone/>
              <a:defRPr sz="2121" b="1">
                <a:solidFill>
                  <a:srgbClr val="182028"/>
                </a:solidFill>
                <a:latin typeface="Instrument Sans"/>
                <a:ea typeface="Instrument Sans"/>
                <a:cs typeface="Instrument Sans"/>
              </a:defRPr>
            </a:lvl1pPr>
            <a:lvl2pPr>
              <a:buNone/>
              <a:defRPr sz="2121" b="1">
                <a:solidFill>
                  <a:srgbClr val="182028"/>
                </a:solidFill>
                <a:latin typeface="Instrument Sans"/>
                <a:ea typeface="Instrument Sans"/>
                <a:cs typeface="Instrument Sans"/>
              </a:defRPr>
            </a:lvl2pPr>
            <a:lvl3pPr>
              <a:buNone/>
              <a:defRPr sz="2121" b="1">
                <a:solidFill>
                  <a:srgbClr val="182028"/>
                </a:solidFill>
                <a:latin typeface="Instrument Sans"/>
                <a:ea typeface="Instrument Sans"/>
                <a:cs typeface="Instrument Sans"/>
              </a:defRPr>
            </a:lvl3pPr>
            <a:lvl4pPr>
              <a:buNone/>
              <a:defRPr sz="2121" b="1">
                <a:solidFill>
                  <a:srgbClr val="182028"/>
                </a:solidFill>
                <a:latin typeface="Instrument Sans"/>
                <a:ea typeface="Instrument Sans"/>
                <a:cs typeface="Instrument Sans"/>
              </a:defRPr>
            </a:lvl4pPr>
            <a:lvl5pPr>
              <a:buNone/>
              <a:defRPr sz="2121" b="1">
                <a:solidFill>
                  <a:srgbClr val="182028"/>
                </a:solidFill>
                <a:latin typeface="Instrument Sans"/>
                <a:ea typeface="Instrument Sans"/>
                <a:cs typeface="Instrument Sans"/>
              </a:defRPr>
            </a:lvl5pPr>
            <a:lvl6pPr>
              <a:buNone/>
              <a:defRPr sz="2121" b="1">
                <a:solidFill>
                  <a:srgbClr val="182028"/>
                </a:solidFill>
                <a:latin typeface="Instrument Sans"/>
                <a:ea typeface="Instrument Sans"/>
                <a:cs typeface="Instrument Sans"/>
              </a:defRPr>
            </a:lvl6pPr>
            <a:lvl7pPr>
              <a:buNone/>
              <a:defRPr sz="2121" b="1">
                <a:solidFill>
                  <a:srgbClr val="182028"/>
                </a:solidFill>
                <a:latin typeface="Instrument Sans"/>
                <a:ea typeface="Instrument Sans"/>
                <a:cs typeface="Instrument Sans"/>
              </a:defRPr>
            </a:lvl7pPr>
            <a:lvl8pPr>
              <a:buNone/>
              <a:defRPr sz="2121" b="1">
                <a:solidFill>
                  <a:srgbClr val="182028"/>
                </a:solidFill>
                <a:latin typeface="Instrument Sans"/>
                <a:ea typeface="Instrument Sans"/>
                <a:cs typeface="Instrument Sans"/>
              </a:defRPr>
            </a:lvl8pPr>
            <a:lvl9pPr>
              <a:buNone/>
              <a:defRPr sz="2121" b="1">
                <a:solidFill>
                  <a:srgbClr val="182028"/>
                </a:solidFill>
                <a:latin typeface="Instrument Sans"/>
                <a:ea typeface="Instrument Sans"/>
                <a:cs typeface="Instrument Sans"/>
              </a:defRPr>
            </a:lvl9pPr>
          </a:lstStyle>
          <a:p xmlns:a="http://schemas.openxmlformats.org/drawingml/2006/main">
            <a:pPr>
              <a:buNone/>
              <a:defRPr sz="2121" b="1">
                <a:solidFill>
                  <a:srgbClr val="182028"/>
                </a:solidFill>
                <a:latin typeface="Instrument Sans"/>
                <a:ea typeface="Instrument Sans"/>
                <a:cs typeface="Instrument Sans"/>
              </a:defRPr>
            </a:pPr>
            <a:r>
              <a:rPr sz="2121" b="1">
                <a:solidFill>
                  <a:srgbClr val="182028"/>
                </a:solidFill>
                <a:latin typeface="Instrument Sans"/>
                <a:ea typeface="Instrument Sans"/>
                <a:cs typeface="Instrument Sans"/>
              </a:rPr>
              <a:t>Cloudflare backend</a:t>
            </a:r>
          </a:p>
        </p:txBody>
      </p:sp>
      <p:sp>
        <p:nvSpPr>
          <p:cNvPr id="213" name="Architecture label: Workers API / issuer adapters / access control">
            <a:extLst xmlns:a="http://schemas.openxmlformats.org/drawingml/2006/main">
              <a:ext uri="{FF2B5EF4-FFF2-40B4-BE49-F238E27FC236}">
                <a16:creationId xmlns:a16="http://schemas.microsoft.com/office/drawing/2014/main" id="{667AA54B-1000-4847-ADFF-E7626D32056F}"/>
              </a:ext>
            </a:extLst>
          </p:cNvPr>
          <p:cNvSpPr>
            <a:spLocks xmlns:a="http://schemas.openxmlformats.org/drawingml/2006/main" noGrp="1"/>
          </p:cNvSpPr>
          <p:nvPr/>
        </p:nvSpPr>
        <p:spPr>
          <a:xfrm xmlns:a="http://schemas.openxmlformats.org/drawingml/2006/main">
            <a:off x="4729942" y="6207356"/>
            <a:ext cx="6284422"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0">
                <a:solidFill>
                  <a:srgbClr val="182028"/>
                </a:solidFill>
                <a:latin typeface="Instrument Sans"/>
                <a:ea typeface="Instrument Sans"/>
                <a:cs typeface="Instrument Sans"/>
              </a:defRPr>
            </a:defPPr>
            <a:lvl1pPr>
              <a:buNone/>
              <a:defRPr sz="1649" b="0">
                <a:solidFill>
                  <a:srgbClr val="182028"/>
                </a:solidFill>
                <a:latin typeface="Instrument Sans"/>
                <a:ea typeface="Instrument Sans"/>
                <a:cs typeface="Instrument Sans"/>
              </a:defRPr>
            </a:lvl1pPr>
            <a:lvl2pPr>
              <a:buNone/>
              <a:defRPr sz="1649" b="0">
                <a:solidFill>
                  <a:srgbClr val="182028"/>
                </a:solidFill>
                <a:latin typeface="Instrument Sans"/>
                <a:ea typeface="Instrument Sans"/>
                <a:cs typeface="Instrument Sans"/>
              </a:defRPr>
            </a:lvl2pPr>
            <a:lvl3pPr>
              <a:buNone/>
              <a:defRPr sz="1649" b="0">
                <a:solidFill>
                  <a:srgbClr val="182028"/>
                </a:solidFill>
                <a:latin typeface="Instrument Sans"/>
                <a:ea typeface="Instrument Sans"/>
                <a:cs typeface="Instrument Sans"/>
              </a:defRPr>
            </a:lvl3pPr>
            <a:lvl4pPr>
              <a:buNone/>
              <a:defRPr sz="1649" b="0">
                <a:solidFill>
                  <a:srgbClr val="182028"/>
                </a:solidFill>
                <a:latin typeface="Instrument Sans"/>
                <a:ea typeface="Instrument Sans"/>
                <a:cs typeface="Instrument Sans"/>
              </a:defRPr>
            </a:lvl4pPr>
            <a:lvl5pPr>
              <a:buNone/>
              <a:defRPr sz="1649" b="0">
                <a:solidFill>
                  <a:srgbClr val="182028"/>
                </a:solidFill>
                <a:latin typeface="Instrument Sans"/>
                <a:ea typeface="Instrument Sans"/>
                <a:cs typeface="Instrument Sans"/>
              </a:defRPr>
            </a:lvl5pPr>
            <a:lvl6pPr>
              <a:buNone/>
              <a:defRPr sz="1649" b="0">
                <a:solidFill>
                  <a:srgbClr val="182028"/>
                </a:solidFill>
                <a:latin typeface="Instrument Sans"/>
                <a:ea typeface="Instrument Sans"/>
                <a:cs typeface="Instrument Sans"/>
              </a:defRPr>
            </a:lvl6pPr>
            <a:lvl7pPr>
              <a:buNone/>
              <a:defRPr sz="1649" b="0">
                <a:solidFill>
                  <a:srgbClr val="182028"/>
                </a:solidFill>
                <a:latin typeface="Instrument Sans"/>
                <a:ea typeface="Instrument Sans"/>
                <a:cs typeface="Instrument Sans"/>
              </a:defRPr>
            </a:lvl7pPr>
            <a:lvl8pPr>
              <a:buNone/>
              <a:defRPr sz="1649" b="0">
                <a:solidFill>
                  <a:srgbClr val="182028"/>
                </a:solidFill>
                <a:latin typeface="Instrument Sans"/>
                <a:ea typeface="Instrument Sans"/>
                <a:cs typeface="Instrument Sans"/>
              </a:defRPr>
            </a:lvl8pPr>
            <a:lvl9pPr>
              <a:buNone/>
              <a:defRPr sz="1649" b="0">
                <a:solidFill>
                  <a:srgbClr val="182028"/>
                </a:solidFill>
                <a:latin typeface="Instrument Sans"/>
                <a:ea typeface="Instrument Sans"/>
                <a:cs typeface="Instrument Sans"/>
              </a:defRPr>
            </a:lvl9pPr>
          </a:lstStyle>
          <a:p xmlns:a="http://schemas.openxmlformats.org/drawingml/2006/main">
            <a:pPr>
              <a:buNone/>
              <a:defRPr sz="1649" b="0">
                <a:solidFill>
                  <a:srgbClr val="182028"/>
                </a:solidFill>
                <a:latin typeface="Instrument Sans"/>
                <a:ea typeface="Instrument Sans"/>
                <a:cs typeface="Instrument Sans"/>
              </a:defRPr>
            </a:pPr>
            <a:r>
              <a:rPr sz="1649" b="0">
                <a:solidFill>
                  <a:srgbClr val="182028"/>
                </a:solidFill>
                <a:latin typeface="Instrument Sans"/>
                <a:ea typeface="Instrument Sans"/>
                <a:cs typeface="Instrument Sans"/>
              </a:rPr>
              <a:t>Workers API / issuer adapters / access control</a:t>
            </a:r>
          </a:p>
        </p:txBody>
      </p:sp>
      <p:sp>
        <p:nvSpPr>
          <p:cNvPr id="214" name="Architecture label: Buyer verification">
            <a:extLst xmlns:a="http://schemas.openxmlformats.org/drawingml/2006/main">
              <a:ext uri="{FF2B5EF4-FFF2-40B4-BE49-F238E27FC236}">
                <a16:creationId xmlns:a16="http://schemas.microsoft.com/office/drawing/2014/main" id="{5892B7C6-A0DF-4A4C-AAFB-BD61739A9126}"/>
              </a:ext>
            </a:extLst>
          </p:cNvPr>
          <p:cNvSpPr>
            <a:spLocks xmlns:a="http://schemas.openxmlformats.org/drawingml/2006/main" noGrp="1"/>
          </p:cNvSpPr>
          <p:nvPr/>
        </p:nvSpPr>
        <p:spPr>
          <a:xfrm xmlns:a="http://schemas.openxmlformats.org/drawingml/2006/main">
            <a:off x="4767349" y="6701132"/>
            <a:ext cx="1870364"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1">
                <a:solidFill>
                  <a:srgbClr val="182028"/>
                </a:solidFill>
                <a:latin typeface="Instrument Sans"/>
                <a:ea typeface="Instrument Sans"/>
                <a:cs typeface="Instrument Sans"/>
              </a:defRPr>
            </a:defPPr>
            <a:lvl1pPr>
              <a:buNone/>
              <a:defRPr sz="1649" b="1">
                <a:solidFill>
                  <a:srgbClr val="182028"/>
                </a:solidFill>
                <a:latin typeface="Instrument Sans"/>
                <a:ea typeface="Instrument Sans"/>
                <a:cs typeface="Instrument Sans"/>
              </a:defRPr>
            </a:lvl1pPr>
            <a:lvl2pPr>
              <a:buNone/>
              <a:defRPr sz="1649" b="1">
                <a:solidFill>
                  <a:srgbClr val="182028"/>
                </a:solidFill>
                <a:latin typeface="Instrument Sans"/>
                <a:ea typeface="Instrument Sans"/>
                <a:cs typeface="Instrument Sans"/>
              </a:defRPr>
            </a:lvl2pPr>
            <a:lvl3pPr>
              <a:buNone/>
              <a:defRPr sz="1649" b="1">
                <a:solidFill>
                  <a:srgbClr val="182028"/>
                </a:solidFill>
                <a:latin typeface="Instrument Sans"/>
                <a:ea typeface="Instrument Sans"/>
                <a:cs typeface="Instrument Sans"/>
              </a:defRPr>
            </a:lvl3pPr>
            <a:lvl4pPr>
              <a:buNone/>
              <a:defRPr sz="1649" b="1">
                <a:solidFill>
                  <a:srgbClr val="182028"/>
                </a:solidFill>
                <a:latin typeface="Instrument Sans"/>
                <a:ea typeface="Instrument Sans"/>
                <a:cs typeface="Instrument Sans"/>
              </a:defRPr>
            </a:lvl4pPr>
            <a:lvl5pPr>
              <a:buNone/>
              <a:defRPr sz="1649" b="1">
                <a:solidFill>
                  <a:srgbClr val="182028"/>
                </a:solidFill>
                <a:latin typeface="Instrument Sans"/>
                <a:ea typeface="Instrument Sans"/>
                <a:cs typeface="Instrument Sans"/>
              </a:defRPr>
            </a:lvl5pPr>
            <a:lvl6pPr>
              <a:buNone/>
              <a:defRPr sz="1649" b="1">
                <a:solidFill>
                  <a:srgbClr val="182028"/>
                </a:solidFill>
                <a:latin typeface="Instrument Sans"/>
                <a:ea typeface="Instrument Sans"/>
                <a:cs typeface="Instrument Sans"/>
              </a:defRPr>
            </a:lvl6pPr>
            <a:lvl7pPr>
              <a:buNone/>
              <a:defRPr sz="1649" b="1">
                <a:solidFill>
                  <a:srgbClr val="182028"/>
                </a:solidFill>
                <a:latin typeface="Instrument Sans"/>
                <a:ea typeface="Instrument Sans"/>
                <a:cs typeface="Instrument Sans"/>
              </a:defRPr>
            </a:lvl7pPr>
            <a:lvl8pPr>
              <a:buNone/>
              <a:defRPr sz="1649" b="1">
                <a:solidFill>
                  <a:srgbClr val="182028"/>
                </a:solidFill>
                <a:latin typeface="Instrument Sans"/>
                <a:ea typeface="Instrument Sans"/>
                <a:cs typeface="Instrument Sans"/>
              </a:defRPr>
            </a:lvl8pPr>
            <a:lvl9pPr>
              <a:buNone/>
              <a:defRPr sz="1649" b="1">
                <a:solidFill>
                  <a:srgbClr val="182028"/>
                </a:solidFill>
                <a:latin typeface="Instrument Sans"/>
                <a:ea typeface="Instrument Sans"/>
                <a:cs typeface="Instrument Sans"/>
              </a:defRPr>
            </a:lvl9pPr>
          </a:lstStyle>
          <a:p xmlns:a="http://schemas.openxmlformats.org/drawingml/2006/main">
            <a:pPr>
              <a:buNone/>
              <a:defRPr sz="1649" b="1">
                <a:solidFill>
                  <a:srgbClr val="182028"/>
                </a:solidFill>
                <a:latin typeface="Instrument Sans"/>
                <a:ea typeface="Instrument Sans"/>
                <a:cs typeface="Instrument Sans"/>
              </a:defRPr>
            </a:pPr>
            <a:r>
              <a:rPr sz="1649" b="1">
                <a:solidFill>
                  <a:srgbClr val="182028"/>
                </a:solidFill>
                <a:latin typeface="Instrument Sans"/>
                <a:ea typeface="Instrument Sans"/>
                <a:cs typeface="Instrument Sans"/>
              </a:rPr>
              <a:t>Buyer verification</a:t>
            </a:r>
          </a:p>
        </p:txBody>
      </p:sp>
      <p:sp>
        <p:nvSpPr>
          <p:cNvPr id="215" name="Architecture label: Funds credentials">
            <a:extLst xmlns:a="http://schemas.openxmlformats.org/drawingml/2006/main">
              <a:ext uri="{FF2B5EF4-FFF2-40B4-BE49-F238E27FC236}">
                <a16:creationId xmlns:a16="http://schemas.microsoft.com/office/drawing/2014/main" id="{A2D14DB7-3BC0-454B-9B66-FC723A6F7F13}"/>
              </a:ext>
            </a:extLst>
          </p:cNvPr>
          <p:cNvSpPr>
            <a:spLocks xmlns:a="http://schemas.openxmlformats.org/drawingml/2006/main" noGrp="1"/>
          </p:cNvSpPr>
          <p:nvPr/>
        </p:nvSpPr>
        <p:spPr>
          <a:xfrm xmlns:a="http://schemas.openxmlformats.org/drawingml/2006/main">
            <a:off x="4767349" y="7060242"/>
            <a:ext cx="1870364"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0">
                <a:solidFill>
                  <a:srgbClr val="182028"/>
                </a:solidFill>
                <a:latin typeface="Instrument Sans"/>
                <a:ea typeface="Instrument Sans"/>
                <a:cs typeface="Instrument Sans"/>
              </a:defRPr>
            </a:defPPr>
            <a:lvl1pPr>
              <a:buNone/>
              <a:defRPr sz="1591" b="0">
                <a:solidFill>
                  <a:srgbClr val="182028"/>
                </a:solidFill>
                <a:latin typeface="Instrument Sans"/>
                <a:ea typeface="Instrument Sans"/>
                <a:cs typeface="Instrument Sans"/>
              </a:defRPr>
            </a:lvl1pPr>
            <a:lvl2pPr>
              <a:buNone/>
              <a:defRPr sz="1591" b="0">
                <a:solidFill>
                  <a:srgbClr val="182028"/>
                </a:solidFill>
                <a:latin typeface="Instrument Sans"/>
                <a:ea typeface="Instrument Sans"/>
                <a:cs typeface="Instrument Sans"/>
              </a:defRPr>
            </a:lvl2pPr>
            <a:lvl3pPr>
              <a:buNone/>
              <a:defRPr sz="1591" b="0">
                <a:solidFill>
                  <a:srgbClr val="182028"/>
                </a:solidFill>
                <a:latin typeface="Instrument Sans"/>
                <a:ea typeface="Instrument Sans"/>
                <a:cs typeface="Instrument Sans"/>
              </a:defRPr>
            </a:lvl3pPr>
            <a:lvl4pPr>
              <a:buNone/>
              <a:defRPr sz="1591" b="0">
                <a:solidFill>
                  <a:srgbClr val="182028"/>
                </a:solidFill>
                <a:latin typeface="Instrument Sans"/>
                <a:ea typeface="Instrument Sans"/>
                <a:cs typeface="Instrument Sans"/>
              </a:defRPr>
            </a:lvl4pPr>
            <a:lvl5pPr>
              <a:buNone/>
              <a:defRPr sz="1591" b="0">
                <a:solidFill>
                  <a:srgbClr val="182028"/>
                </a:solidFill>
                <a:latin typeface="Instrument Sans"/>
                <a:ea typeface="Instrument Sans"/>
                <a:cs typeface="Instrument Sans"/>
              </a:defRPr>
            </a:lvl5pPr>
            <a:lvl6pPr>
              <a:buNone/>
              <a:defRPr sz="1591" b="0">
                <a:solidFill>
                  <a:srgbClr val="182028"/>
                </a:solidFill>
                <a:latin typeface="Instrument Sans"/>
                <a:ea typeface="Instrument Sans"/>
                <a:cs typeface="Instrument Sans"/>
              </a:defRPr>
            </a:lvl6pPr>
            <a:lvl7pPr>
              <a:buNone/>
              <a:defRPr sz="1591" b="0">
                <a:solidFill>
                  <a:srgbClr val="182028"/>
                </a:solidFill>
                <a:latin typeface="Instrument Sans"/>
                <a:ea typeface="Instrument Sans"/>
                <a:cs typeface="Instrument Sans"/>
              </a:defRPr>
            </a:lvl7pPr>
            <a:lvl8pPr>
              <a:buNone/>
              <a:defRPr sz="1591" b="0">
                <a:solidFill>
                  <a:srgbClr val="182028"/>
                </a:solidFill>
                <a:latin typeface="Instrument Sans"/>
                <a:ea typeface="Instrument Sans"/>
                <a:cs typeface="Instrument Sans"/>
              </a:defRPr>
            </a:lvl8pPr>
            <a:lvl9pPr>
              <a:buNone/>
              <a:defRPr sz="1591" b="0">
                <a:solidFill>
                  <a:srgbClr val="182028"/>
                </a:solidFill>
                <a:latin typeface="Instrument Sans"/>
                <a:ea typeface="Instrument Sans"/>
                <a:cs typeface="Instrument Sans"/>
              </a:defRPr>
            </a:lvl9pPr>
          </a:lstStyle>
          <a:p xmlns:a="http://schemas.openxmlformats.org/drawingml/2006/main">
            <a:pPr>
              <a:buNone/>
              <a:defRPr sz="1591" b="0">
                <a:solidFill>
                  <a:srgbClr val="182028"/>
                </a:solidFill>
                <a:latin typeface="Instrument Sans"/>
                <a:ea typeface="Instrument Sans"/>
                <a:cs typeface="Instrument Sans"/>
              </a:defRPr>
            </a:pPr>
            <a:r>
              <a:rPr sz="1591" b="0">
                <a:solidFill>
                  <a:srgbClr val="182028"/>
                </a:solidFill>
                <a:latin typeface="Instrument Sans"/>
                <a:ea typeface="Instrument Sans"/>
                <a:cs typeface="Instrument Sans"/>
              </a:rPr>
              <a:t>Funds credentials</a:t>
            </a:r>
          </a:p>
        </p:txBody>
      </p:sp>
      <p:sp>
        <p:nvSpPr>
          <p:cNvPr id="216" name="Architecture label: Renew / revoke">
            <a:extLst xmlns:a="http://schemas.openxmlformats.org/drawingml/2006/main">
              <a:ext uri="{FF2B5EF4-FFF2-40B4-BE49-F238E27FC236}">
                <a16:creationId xmlns:a16="http://schemas.microsoft.com/office/drawing/2014/main" id="{1FE956E7-8AE8-41D5-BA27-C36E0214F906}"/>
              </a:ext>
            </a:extLst>
          </p:cNvPr>
          <p:cNvSpPr>
            <a:spLocks xmlns:a="http://schemas.openxmlformats.org/drawingml/2006/main" noGrp="1"/>
          </p:cNvSpPr>
          <p:nvPr/>
        </p:nvSpPr>
        <p:spPr>
          <a:xfrm xmlns:a="http://schemas.openxmlformats.org/drawingml/2006/main">
            <a:off x="4767349" y="7359500"/>
            <a:ext cx="1870364"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0">
                <a:solidFill>
                  <a:srgbClr val="182028"/>
                </a:solidFill>
                <a:latin typeface="Instrument Sans"/>
                <a:ea typeface="Instrument Sans"/>
                <a:cs typeface="Instrument Sans"/>
              </a:defRPr>
            </a:defPPr>
            <a:lvl1pPr>
              <a:buNone/>
              <a:defRPr sz="1591" b="0">
                <a:solidFill>
                  <a:srgbClr val="182028"/>
                </a:solidFill>
                <a:latin typeface="Instrument Sans"/>
                <a:ea typeface="Instrument Sans"/>
                <a:cs typeface="Instrument Sans"/>
              </a:defRPr>
            </a:lvl1pPr>
            <a:lvl2pPr>
              <a:buNone/>
              <a:defRPr sz="1591" b="0">
                <a:solidFill>
                  <a:srgbClr val="182028"/>
                </a:solidFill>
                <a:latin typeface="Instrument Sans"/>
                <a:ea typeface="Instrument Sans"/>
                <a:cs typeface="Instrument Sans"/>
              </a:defRPr>
            </a:lvl2pPr>
            <a:lvl3pPr>
              <a:buNone/>
              <a:defRPr sz="1591" b="0">
                <a:solidFill>
                  <a:srgbClr val="182028"/>
                </a:solidFill>
                <a:latin typeface="Instrument Sans"/>
                <a:ea typeface="Instrument Sans"/>
                <a:cs typeface="Instrument Sans"/>
              </a:defRPr>
            </a:lvl3pPr>
            <a:lvl4pPr>
              <a:buNone/>
              <a:defRPr sz="1591" b="0">
                <a:solidFill>
                  <a:srgbClr val="182028"/>
                </a:solidFill>
                <a:latin typeface="Instrument Sans"/>
                <a:ea typeface="Instrument Sans"/>
                <a:cs typeface="Instrument Sans"/>
              </a:defRPr>
            </a:lvl4pPr>
            <a:lvl5pPr>
              <a:buNone/>
              <a:defRPr sz="1591" b="0">
                <a:solidFill>
                  <a:srgbClr val="182028"/>
                </a:solidFill>
                <a:latin typeface="Instrument Sans"/>
                <a:ea typeface="Instrument Sans"/>
                <a:cs typeface="Instrument Sans"/>
              </a:defRPr>
            </a:lvl5pPr>
            <a:lvl6pPr>
              <a:buNone/>
              <a:defRPr sz="1591" b="0">
                <a:solidFill>
                  <a:srgbClr val="182028"/>
                </a:solidFill>
                <a:latin typeface="Instrument Sans"/>
                <a:ea typeface="Instrument Sans"/>
                <a:cs typeface="Instrument Sans"/>
              </a:defRPr>
            </a:lvl6pPr>
            <a:lvl7pPr>
              <a:buNone/>
              <a:defRPr sz="1591" b="0">
                <a:solidFill>
                  <a:srgbClr val="182028"/>
                </a:solidFill>
                <a:latin typeface="Instrument Sans"/>
                <a:ea typeface="Instrument Sans"/>
                <a:cs typeface="Instrument Sans"/>
              </a:defRPr>
            </a:lvl7pPr>
            <a:lvl8pPr>
              <a:buNone/>
              <a:defRPr sz="1591" b="0">
                <a:solidFill>
                  <a:srgbClr val="182028"/>
                </a:solidFill>
                <a:latin typeface="Instrument Sans"/>
                <a:ea typeface="Instrument Sans"/>
                <a:cs typeface="Instrument Sans"/>
              </a:defRPr>
            </a:lvl8pPr>
            <a:lvl9pPr>
              <a:buNone/>
              <a:defRPr sz="1591" b="0">
                <a:solidFill>
                  <a:srgbClr val="182028"/>
                </a:solidFill>
                <a:latin typeface="Instrument Sans"/>
                <a:ea typeface="Instrument Sans"/>
                <a:cs typeface="Instrument Sans"/>
              </a:defRPr>
            </a:lvl9pPr>
          </a:lstStyle>
          <a:p xmlns:a="http://schemas.openxmlformats.org/drawingml/2006/main">
            <a:pPr>
              <a:buNone/>
              <a:defRPr sz="1591" b="0">
                <a:solidFill>
                  <a:srgbClr val="182028"/>
                </a:solidFill>
                <a:latin typeface="Instrument Sans"/>
                <a:ea typeface="Instrument Sans"/>
                <a:cs typeface="Instrument Sans"/>
              </a:defRPr>
            </a:pPr>
            <a:r>
              <a:rPr sz="1591" b="0">
                <a:solidFill>
                  <a:srgbClr val="182028"/>
                </a:solidFill>
                <a:latin typeface="Instrument Sans"/>
                <a:ea typeface="Instrument Sans"/>
                <a:cs typeface="Instrument Sans"/>
              </a:rPr>
              <a:t>Renew / revoke</a:t>
            </a:r>
          </a:p>
        </p:txBody>
      </p:sp>
      <p:sp>
        <p:nvSpPr>
          <p:cNvPr id="217" name="Architecture label: Seller verification">
            <a:extLst xmlns:a="http://schemas.openxmlformats.org/drawingml/2006/main">
              <a:ext uri="{FF2B5EF4-FFF2-40B4-BE49-F238E27FC236}">
                <a16:creationId xmlns:a16="http://schemas.microsoft.com/office/drawing/2014/main" id="{D513F4D4-EBD4-4861-8592-9355C7B64389}"/>
              </a:ext>
            </a:extLst>
          </p:cNvPr>
          <p:cNvSpPr>
            <a:spLocks xmlns:a="http://schemas.openxmlformats.org/drawingml/2006/main" noGrp="1"/>
          </p:cNvSpPr>
          <p:nvPr/>
        </p:nvSpPr>
        <p:spPr>
          <a:xfrm xmlns:a="http://schemas.openxmlformats.org/drawingml/2006/main">
            <a:off x="6936971" y="6701132"/>
            <a:ext cx="1870364"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1">
                <a:solidFill>
                  <a:srgbClr val="182028"/>
                </a:solidFill>
                <a:latin typeface="Instrument Sans"/>
                <a:ea typeface="Instrument Sans"/>
                <a:cs typeface="Instrument Sans"/>
              </a:defRPr>
            </a:defPPr>
            <a:lvl1pPr>
              <a:buNone/>
              <a:defRPr sz="1649" b="1">
                <a:solidFill>
                  <a:srgbClr val="182028"/>
                </a:solidFill>
                <a:latin typeface="Instrument Sans"/>
                <a:ea typeface="Instrument Sans"/>
                <a:cs typeface="Instrument Sans"/>
              </a:defRPr>
            </a:lvl1pPr>
            <a:lvl2pPr>
              <a:buNone/>
              <a:defRPr sz="1649" b="1">
                <a:solidFill>
                  <a:srgbClr val="182028"/>
                </a:solidFill>
                <a:latin typeface="Instrument Sans"/>
                <a:ea typeface="Instrument Sans"/>
                <a:cs typeface="Instrument Sans"/>
              </a:defRPr>
            </a:lvl2pPr>
            <a:lvl3pPr>
              <a:buNone/>
              <a:defRPr sz="1649" b="1">
                <a:solidFill>
                  <a:srgbClr val="182028"/>
                </a:solidFill>
                <a:latin typeface="Instrument Sans"/>
                <a:ea typeface="Instrument Sans"/>
                <a:cs typeface="Instrument Sans"/>
              </a:defRPr>
            </a:lvl3pPr>
            <a:lvl4pPr>
              <a:buNone/>
              <a:defRPr sz="1649" b="1">
                <a:solidFill>
                  <a:srgbClr val="182028"/>
                </a:solidFill>
                <a:latin typeface="Instrument Sans"/>
                <a:ea typeface="Instrument Sans"/>
                <a:cs typeface="Instrument Sans"/>
              </a:defRPr>
            </a:lvl4pPr>
            <a:lvl5pPr>
              <a:buNone/>
              <a:defRPr sz="1649" b="1">
                <a:solidFill>
                  <a:srgbClr val="182028"/>
                </a:solidFill>
                <a:latin typeface="Instrument Sans"/>
                <a:ea typeface="Instrument Sans"/>
                <a:cs typeface="Instrument Sans"/>
              </a:defRPr>
            </a:lvl5pPr>
            <a:lvl6pPr>
              <a:buNone/>
              <a:defRPr sz="1649" b="1">
                <a:solidFill>
                  <a:srgbClr val="182028"/>
                </a:solidFill>
                <a:latin typeface="Instrument Sans"/>
                <a:ea typeface="Instrument Sans"/>
                <a:cs typeface="Instrument Sans"/>
              </a:defRPr>
            </a:lvl6pPr>
            <a:lvl7pPr>
              <a:buNone/>
              <a:defRPr sz="1649" b="1">
                <a:solidFill>
                  <a:srgbClr val="182028"/>
                </a:solidFill>
                <a:latin typeface="Instrument Sans"/>
                <a:ea typeface="Instrument Sans"/>
                <a:cs typeface="Instrument Sans"/>
              </a:defRPr>
            </a:lvl7pPr>
            <a:lvl8pPr>
              <a:buNone/>
              <a:defRPr sz="1649" b="1">
                <a:solidFill>
                  <a:srgbClr val="182028"/>
                </a:solidFill>
                <a:latin typeface="Instrument Sans"/>
                <a:ea typeface="Instrument Sans"/>
                <a:cs typeface="Instrument Sans"/>
              </a:defRPr>
            </a:lvl8pPr>
            <a:lvl9pPr>
              <a:buNone/>
              <a:defRPr sz="1649" b="1">
                <a:solidFill>
                  <a:srgbClr val="182028"/>
                </a:solidFill>
                <a:latin typeface="Instrument Sans"/>
                <a:ea typeface="Instrument Sans"/>
                <a:cs typeface="Instrument Sans"/>
              </a:defRPr>
            </a:lvl9pPr>
          </a:lstStyle>
          <a:p xmlns:a="http://schemas.openxmlformats.org/drawingml/2006/main">
            <a:pPr>
              <a:buNone/>
              <a:defRPr sz="1649" b="1">
                <a:solidFill>
                  <a:srgbClr val="182028"/>
                </a:solidFill>
                <a:latin typeface="Instrument Sans"/>
                <a:ea typeface="Instrument Sans"/>
                <a:cs typeface="Instrument Sans"/>
              </a:defRPr>
            </a:pPr>
            <a:r>
              <a:rPr sz="1649" b="1">
                <a:solidFill>
                  <a:srgbClr val="182028"/>
                </a:solidFill>
                <a:latin typeface="Instrument Sans"/>
                <a:ea typeface="Instrument Sans"/>
                <a:cs typeface="Instrument Sans"/>
              </a:rPr>
              <a:t>Seller verification</a:t>
            </a:r>
          </a:p>
        </p:txBody>
      </p:sp>
      <p:sp>
        <p:nvSpPr>
          <p:cNvPr id="218" name="Architecture label: Identity + mandate">
            <a:extLst xmlns:a="http://schemas.openxmlformats.org/drawingml/2006/main">
              <a:ext uri="{FF2B5EF4-FFF2-40B4-BE49-F238E27FC236}">
                <a16:creationId xmlns:a16="http://schemas.microsoft.com/office/drawing/2014/main" id="{A17EFB61-B4F5-494D-8A3C-3CD91CCF010F}"/>
              </a:ext>
            </a:extLst>
          </p:cNvPr>
          <p:cNvSpPr>
            <a:spLocks xmlns:a="http://schemas.openxmlformats.org/drawingml/2006/main" noGrp="1"/>
          </p:cNvSpPr>
          <p:nvPr/>
        </p:nvSpPr>
        <p:spPr>
          <a:xfrm xmlns:a="http://schemas.openxmlformats.org/drawingml/2006/main">
            <a:off x="6936971" y="7060242"/>
            <a:ext cx="1870364"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0">
                <a:solidFill>
                  <a:srgbClr val="182028"/>
                </a:solidFill>
                <a:latin typeface="Instrument Sans"/>
                <a:ea typeface="Instrument Sans"/>
                <a:cs typeface="Instrument Sans"/>
              </a:defRPr>
            </a:defPPr>
            <a:lvl1pPr>
              <a:buNone/>
              <a:defRPr sz="1591" b="0">
                <a:solidFill>
                  <a:srgbClr val="182028"/>
                </a:solidFill>
                <a:latin typeface="Instrument Sans"/>
                <a:ea typeface="Instrument Sans"/>
                <a:cs typeface="Instrument Sans"/>
              </a:defRPr>
            </a:lvl1pPr>
            <a:lvl2pPr>
              <a:buNone/>
              <a:defRPr sz="1591" b="0">
                <a:solidFill>
                  <a:srgbClr val="182028"/>
                </a:solidFill>
                <a:latin typeface="Instrument Sans"/>
                <a:ea typeface="Instrument Sans"/>
                <a:cs typeface="Instrument Sans"/>
              </a:defRPr>
            </a:lvl2pPr>
            <a:lvl3pPr>
              <a:buNone/>
              <a:defRPr sz="1591" b="0">
                <a:solidFill>
                  <a:srgbClr val="182028"/>
                </a:solidFill>
                <a:latin typeface="Instrument Sans"/>
                <a:ea typeface="Instrument Sans"/>
                <a:cs typeface="Instrument Sans"/>
              </a:defRPr>
            </a:lvl3pPr>
            <a:lvl4pPr>
              <a:buNone/>
              <a:defRPr sz="1591" b="0">
                <a:solidFill>
                  <a:srgbClr val="182028"/>
                </a:solidFill>
                <a:latin typeface="Instrument Sans"/>
                <a:ea typeface="Instrument Sans"/>
                <a:cs typeface="Instrument Sans"/>
              </a:defRPr>
            </a:lvl4pPr>
            <a:lvl5pPr>
              <a:buNone/>
              <a:defRPr sz="1591" b="0">
                <a:solidFill>
                  <a:srgbClr val="182028"/>
                </a:solidFill>
                <a:latin typeface="Instrument Sans"/>
                <a:ea typeface="Instrument Sans"/>
                <a:cs typeface="Instrument Sans"/>
              </a:defRPr>
            </a:lvl5pPr>
            <a:lvl6pPr>
              <a:buNone/>
              <a:defRPr sz="1591" b="0">
                <a:solidFill>
                  <a:srgbClr val="182028"/>
                </a:solidFill>
                <a:latin typeface="Instrument Sans"/>
                <a:ea typeface="Instrument Sans"/>
                <a:cs typeface="Instrument Sans"/>
              </a:defRPr>
            </a:lvl6pPr>
            <a:lvl7pPr>
              <a:buNone/>
              <a:defRPr sz="1591" b="0">
                <a:solidFill>
                  <a:srgbClr val="182028"/>
                </a:solidFill>
                <a:latin typeface="Instrument Sans"/>
                <a:ea typeface="Instrument Sans"/>
                <a:cs typeface="Instrument Sans"/>
              </a:defRPr>
            </a:lvl7pPr>
            <a:lvl8pPr>
              <a:buNone/>
              <a:defRPr sz="1591" b="0">
                <a:solidFill>
                  <a:srgbClr val="182028"/>
                </a:solidFill>
                <a:latin typeface="Instrument Sans"/>
                <a:ea typeface="Instrument Sans"/>
                <a:cs typeface="Instrument Sans"/>
              </a:defRPr>
            </a:lvl8pPr>
            <a:lvl9pPr>
              <a:buNone/>
              <a:defRPr sz="1591" b="0">
                <a:solidFill>
                  <a:srgbClr val="182028"/>
                </a:solidFill>
                <a:latin typeface="Instrument Sans"/>
                <a:ea typeface="Instrument Sans"/>
                <a:cs typeface="Instrument Sans"/>
              </a:defRPr>
            </a:lvl9pPr>
          </a:lstStyle>
          <a:p xmlns:a="http://schemas.openxmlformats.org/drawingml/2006/main">
            <a:pPr>
              <a:buNone/>
              <a:defRPr sz="1591" b="0">
                <a:solidFill>
                  <a:srgbClr val="182028"/>
                </a:solidFill>
                <a:latin typeface="Instrument Sans"/>
                <a:ea typeface="Instrument Sans"/>
                <a:cs typeface="Instrument Sans"/>
              </a:defRPr>
            </a:pPr>
            <a:r>
              <a:rPr sz="1591" b="0">
                <a:solidFill>
                  <a:srgbClr val="182028"/>
                </a:solidFill>
                <a:latin typeface="Instrument Sans"/>
                <a:ea typeface="Instrument Sans"/>
                <a:cs typeface="Instrument Sans"/>
              </a:rPr>
              <a:t>Identity + mandate</a:t>
            </a:r>
          </a:p>
        </p:txBody>
      </p:sp>
      <p:sp>
        <p:nvSpPr>
          <p:cNvPr id="219" name="Architecture label: Evidence review">
            <a:extLst xmlns:a="http://schemas.openxmlformats.org/drawingml/2006/main">
              <a:ext uri="{FF2B5EF4-FFF2-40B4-BE49-F238E27FC236}">
                <a16:creationId xmlns:a16="http://schemas.microsoft.com/office/drawing/2014/main" id="{B1A0A481-6A69-4D8C-BD02-F9E0295F4366}"/>
              </a:ext>
            </a:extLst>
          </p:cNvPr>
          <p:cNvSpPr>
            <a:spLocks xmlns:a="http://schemas.openxmlformats.org/drawingml/2006/main" noGrp="1"/>
          </p:cNvSpPr>
          <p:nvPr/>
        </p:nvSpPr>
        <p:spPr>
          <a:xfrm xmlns:a="http://schemas.openxmlformats.org/drawingml/2006/main">
            <a:off x="6936971" y="7359500"/>
            <a:ext cx="1870364"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0">
                <a:solidFill>
                  <a:srgbClr val="182028"/>
                </a:solidFill>
                <a:latin typeface="Instrument Sans"/>
                <a:ea typeface="Instrument Sans"/>
                <a:cs typeface="Instrument Sans"/>
              </a:defRPr>
            </a:defPPr>
            <a:lvl1pPr>
              <a:buNone/>
              <a:defRPr sz="1591" b="0">
                <a:solidFill>
                  <a:srgbClr val="182028"/>
                </a:solidFill>
                <a:latin typeface="Instrument Sans"/>
                <a:ea typeface="Instrument Sans"/>
                <a:cs typeface="Instrument Sans"/>
              </a:defRPr>
            </a:lvl1pPr>
            <a:lvl2pPr>
              <a:buNone/>
              <a:defRPr sz="1591" b="0">
                <a:solidFill>
                  <a:srgbClr val="182028"/>
                </a:solidFill>
                <a:latin typeface="Instrument Sans"/>
                <a:ea typeface="Instrument Sans"/>
                <a:cs typeface="Instrument Sans"/>
              </a:defRPr>
            </a:lvl2pPr>
            <a:lvl3pPr>
              <a:buNone/>
              <a:defRPr sz="1591" b="0">
                <a:solidFill>
                  <a:srgbClr val="182028"/>
                </a:solidFill>
                <a:latin typeface="Instrument Sans"/>
                <a:ea typeface="Instrument Sans"/>
                <a:cs typeface="Instrument Sans"/>
              </a:defRPr>
            </a:lvl3pPr>
            <a:lvl4pPr>
              <a:buNone/>
              <a:defRPr sz="1591" b="0">
                <a:solidFill>
                  <a:srgbClr val="182028"/>
                </a:solidFill>
                <a:latin typeface="Instrument Sans"/>
                <a:ea typeface="Instrument Sans"/>
                <a:cs typeface="Instrument Sans"/>
              </a:defRPr>
            </a:lvl4pPr>
            <a:lvl5pPr>
              <a:buNone/>
              <a:defRPr sz="1591" b="0">
                <a:solidFill>
                  <a:srgbClr val="182028"/>
                </a:solidFill>
                <a:latin typeface="Instrument Sans"/>
                <a:ea typeface="Instrument Sans"/>
                <a:cs typeface="Instrument Sans"/>
              </a:defRPr>
            </a:lvl5pPr>
            <a:lvl6pPr>
              <a:buNone/>
              <a:defRPr sz="1591" b="0">
                <a:solidFill>
                  <a:srgbClr val="182028"/>
                </a:solidFill>
                <a:latin typeface="Instrument Sans"/>
                <a:ea typeface="Instrument Sans"/>
                <a:cs typeface="Instrument Sans"/>
              </a:defRPr>
            </a:lvl6pPr>
            <a:lvl7pPr>
              <a:buNone/>
              <a:defRPr sz="1591" b="0">
                <a:solidFill>
                  <a:srgbClr val="182028"/>
                </a:solidFill>
                <a:latin typeface="Instrument Sans"/>
                <a:ea typeface="Instrument Sans"/>
                <a:cs typeface="Instrument Sans"/>
              </a:defRPr>
            </a:lvl7pPr>
            <a:lvl8pPr>
              <a:buNone/>
              <a:defRPr sz="1591" b="0">
                <a:solidFill>
                  <a:srgbClr val="182028"/>
                </a:solidFill>
                <a:latin typeface="Instrument Sans"/>
                <a:ea typeface="Instrument Sans"/>
                <a:cs typeface="Instrument Sans"/>
              </a:defRPr>
            </a:lvl8pPr>
            <a:lvl9pPr>
              <a:buNone/>
              <a:defRPr sz="1591" b="0">
                <a:solidFill>
                  <a:srgbClr val="182028"/>
                </a:solidFill>
                <a:latin typeface="Instrument Sans"/>
                <a:ea typeface="Instrument Sans"/>
                <a:cs typeface="Instrument Sans"/>
              </a:defRPr>
            </a:lvl9pPr>
          </a:lstStyle>
          <a:p xmlns:a="http://schemas.openxmlformats.org/drawingml/2006/main">
            <a:pPr>
              <a:buNone/>
              <a:defRPr sz="1591" b="0">
                <a:solidFill>
                  <a:srgbClr val="182028"/>
                </a:solidFill>
                <a:latin typeface="Instrument Sans"/>
                <a:ea typeface="Instrument Sans"/>
                <a:cs typeface="Instrument Sans"/>
              </a:defRPr>
            </a:pPr>
            <a:r>
              <a:rPr sz="1591" b="0">
                <a:solidFill>
                  <a:srgbClr val="182028"/>
                </a:solidFill>
                <a:latin typeface="Instrument Sans"/>
                <a:ea typeface="Instrument Sans"/>
                <a:cs typeface="Instrument Sans"/>
              </a:rPr>
              <a:t>Evidence review</a:t>
            </a:r>
          </a:p>
        </p:txBody>
      </p:sp>
      <p:sp>
        <p:nvSpPr>
          <p:cNvPr id="220" name="Architecture label: Deal access">
            <a:extLst xmlns:a="http://schemas.openxmlformats.org/drawingml/2006/main">
              <a:ext uri="{FF2B5EF4-FFF2-40B4-BE49-F238E27FC236}">
                <a16:creationId xmlns:a16="http://schemas.microsoft.com/office/drawing/2014/main" id="{29EC4737-B9F4-4D78-BEFD-FE231051B913}"/>
              </a:ext>
            </a:extLst>
          </p:cNvPr>
          <p:cNvSpPr>
            <a:spLocks xmlns:a="http://schemas.openxmlformats.org/drawingml/2006/main" noGrp="1"/>
          </p:cNvSpPr>
          <p:nvPr/>
        </p:nvSpPr>
        <p:spPr>
          <a:xfrm xmlns:a="http://schemas.openxmlformats.org/drawingml/2006/main">
            <a:off x="9106593" y="6701132"/>
            <a:ext cx="1870364"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1">
                <a:solidFill>
                  <a:srgbClr val="182028"/>
                </a:solidFill>
                <a:latin typeface="Instrument Sans"/>
                <a:ea typeface="Instrument Sans"/>
                <a:cs typeface="Instrument Sans"/>
              </a:defRPr>
            </a:defPPr>
            <a:lvl1pPr>
              <a:buNone/>
              <a:defRPr sz="1649" b="1">
                <a:solidFill>
                  <a:srgbClr val="182028"/>
                </a:solidFill>
                <a:latin typeface="Instrument Sans"/>
                <a:ea typeface="Instrument Sans"/>
                <a:cs typeface="Instrument Sans"/>
              </a:defRPr>
            </a:lvl1pPr>
            <a:lvl2pPr>
              <a:buNone/>
              <a:defRPr sz="1649" b="1">
                <a:solidFill>
                  <a:srgbClr val="182028"/>
                </a:solidFill>
                <a:latin typeface="Instrument Sans"/>
                <a:ea typeface="Instrument Sans"/>
                <a:cs typeface="Instrument Sans"/>
              </a:defRPr>
            </a:lvl2pPr>
            <a:lvl3pPr>
              <a:buNone/>
              <a:defRPr sz="1649" b="1">
                <a:solidFill>
                  <a:srgbClr val="182028"/>
                </a:solidFill>
                <a:latin typeface="Instrument Sans"/>
                <a:ea typeface="Instrument Sans"/>
                <a:cs typeface="Instrument Sans"/>
              </a:defRPr>
            </a:lvl3pPr>
            <a:lvl4pPr>
              <a:buNone/>
              <a:defRPr sz="1649" b="1">
                <a:solidFill>
                  <a:srgbClr val="182028"/>
                </a:solidFill>
                <a:latin typeface="Instrument Sans"/>
                <a:ea typeface="Instrument Sans"/>
                <a:cs typeface="Instrument Sans"/>
              </a:defRPr>
            </a:lvl4pPr>
            <a:lvl5pPr>
              <a:buNone/>
              <a:defRPr sz="1649" b="1">
                <a:solidFill>
                  <a:srgbClr val="182028"/>
                </a:solidFill>
                <a:latin typeface="Instrument Sans"/>
                <a:ea typeface="Instrument Sans"/>
                <a:cs typeface="Instrument Sans"/>
              </a:defRPr>
            </a:lvl5pPr>
            <a:lvl6pPr>
              <a:buNone/>
              <a:defRPr sz="1649" b="1">
                <a:solidFill>
                  <a:srgbClr val="182028"/>
                </a:solidFill>
                <a:latin typeface="Instrument Sans"/>
                <a:ea typeface="Instrument Sans"/>
                <a:cs typeface="Instrument Sans"/>
              </a:defRPr>
            </a:lvl6pPr>
            <a:lvl7pPr>
              <a:buNone/>
              <a:defRPr sz="1649" b="1">
                <a:solidFill>
                  <a:srgbClr val="182028"/>
                </a:solidFill>
                <a:latin typeface="Instrument Sans"/>
                <a:ea typeface="Instrument Sans"/>
                <a:cs typeface="Instrument Sans"/>
              </a:defRPr>
            </a:lvl7pPr>
            <a:lvl8pPr>
              <a:buNone/>
              <a:defRPr sz="1649" b="1">
                <a:solidFill>
                  <a:srgbClr val="182028"/>
                </a:solidFill>
                <a:latin typeface="Instrument Sans"/>
                <a:ea typeface="Instrument Sans"/>
                <a:cs typeface="Instrument Sans"/>
              </a:defRPr>
            </a:lvl8pPr>
            <a:lvl9pPr>
              <a:buNone/>
              <a:defRPr sz="1649" b="1">
                <a:solidFill>
                  <a:srgbClr val="182028"/>
                </a:solidFill>
                <a:latin typeface="Instrument Sans"/>
                <a:ea typeface="Instrument Sans"/>
                <a:cs typeface="Instrument Sans"/>
              </a:defRPr>
            </a:lvl9pPr>
          </a:lstStyle>
          <a:p xmlns:a="http://schemas.openxmlformats.org/drawingml/2006/main">
            <a:pPr>
              <a:buNone/>
              <a:defRPr sz="1649" b="1">
                <a:solidFill>
                  <a:srgbClr val="182028"/>
                </a:solidFill>
                <a:latin typeface="Instrument Sans"/>
                <a:ea typeface="Instrument Sans"/>
                <a:cs typeface="Instrument Sans"/>
              </a:defRPr>
            </a:pPr>
            <a:r>
              <a:rPr sz="1649" b="1">
                <a:solidFill>
                  <a:srgbClr val="182028"/>
                </a:solidFill>
                <a:latin typeface="Instrument Sans"/>
                <a:ea typeface="Instrument Sans"/>
                <a:cs typeface="Instrument Sans"/>
              </a:rPr>
              <a:t>Deal access</a:t>
            </a:r>
          </a:p>
        </p:txBody>
      </p:sp>
      <p:sp>
        <p:nvSpPr>
          <p:cNvPr id="221" name="Architecture label: Rules + consent">
            <a:extLst xmlns:a="http://schemas.openxmlformats.org/drawingml/2006/main">
              <a:ext uri="{FF2B5EF4-FFF2-40B4-BE49-F238E27FC236}">
                <a16:creationId xmlns:a16="http://schemas.microsoft.com/office/drawing/2014/main" id="{EA53D144-A44A-4706-BDBE-24C47D92E30A}"/>
              </a:ext>
            </a:extLst>
          </p:cNvPr>
          <p:cNvSpPr>
            <a:spLocks xmlns:a="http://schemas.openxmlformats.org/drawingml/2006/main" noGrp="1"/>
          </p:cNvSpPr>
          <p:nvPr/>
        </p:nvSpPr>
        <p:spPr>
          <a:xfrm xmlns:a="http://schemas.openxmlformats.org/drawingml/2006/main">
            <a:off x="9106593" y="7060242"/>
            <a:ext cx="1870364"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0">
                <a:solidFill>
                  <a:srgbClr val="182028"/>
                </a:solidFill>
                <a:latin typeface="Instrument Sans"/>
                <a:ea typeface="Instrument Sans"/>
                <a:cs typeface="Instrument Sans"/>
              </a:defRPr>
            </a:defPPr>
            <a:lvl1pPr>
              <a:buNone/>
              <a:defRPr sz="1591" b="0">
                <a:solidFill>
                  <a:srgbClr val="182028"/>
                </a:solidFill>
                <a:latin typeface="Instrument Sans"/>
                <a:ea typeface="Instrument Sans"/>
                <a:cs typeface="Instrument Sans"/>
              </a:defRPr>
            </a:lvl1pPr>
            <a:lvl2pPr>
              <a:buNone/>
              <a:defRPr sz="1591" b="0">
                <a:solidFill>
                  <a:srgbClr val="182028"/>
                </a:solidFill>
                <a:latin typeface="Instrument Sans"/>
                <a:ea typeface="Instrument Sans"/>
                <a:cs typeface="Instrument Sans"/>
              </a:defRPr>
            </a:lvl2pPr>
            <a:lvl3pPr>
              <a:buNone/>
              <a:defRPr sz="1591" b="0">
                <a:solidFill>
                  <a:srgbClr val="182028"/>
                </a:solidFill>
                <a:latin typeface="Instrument Sans"/>
                <a:ea typeface="Instrument Sans"/>
                <a:cs typeface="Instrument Sans"/>
              </a:defRPr>
            </a:lvl3pPr>
            <a:lvl4pPr>
              <a:buNone/>
              <a:defRPr sz="1591" b="0">
                <a:solidFill>
                  <a:srgbClr val="182028"/>
                </a:solidFill>
                <a:latin typeface="Instrument Sans"/>
                <a:ea typeface="Instrument Sans"/>
                <a:cs typeface="Instrument Sans"/>
              </a:defRPr>
            </a:lvl4pPr>
            <a:lvl5pPr>
              <a:buNone/>
              <a:defRPr sz="1591" b="0">
                <a:solidFill>
                  <a:srgbClr val="182028"/>
                </a:solidFill>
                <a:latin typeface="Instrument Sans"/>
                <a:ea typeface="Instrument Sans"/>
                <a:cs typeface="Instrument Sans"/>
              </a:defRPr>
            </a:lvl5pPr>
            <a:lvl6pPr>
              <a:buNone/>
              <a:defRPr sz="1591" b="0">
                <a:solidFill>
                  <a:srgbClr val="182028"/>
                </a:solidFill>
                <a:latin typeface="Instrument Sans"/>
                <a:ea typeface="Instrument Sans"/>
                <a:cs typeface="Instrument Sans"/>
              </a:defRPr>
            </a:lvl6pPr>
            <a:lvl7pPr>
              <a:buNone/>
              <a:defRPr sz="1591" b="0">
                <a:solidFill>
                  <a:srgbClr val="182028"/>
                </a:solidFill>
                <a:latin typeface="Instrument Sans"/>
                <a:ea typeface="Instrument Sans"/>
                <a:cs typeface="Instrument Sans"/>
              </a:defRPr>
            </a:lvl7pPr>
            <a:lvl8pPr>
              <a:buNone/>
              <a:defRPr sz="1591" b="0">
                <a:solidFill>
                  <a:srgbClr val="182028"/>
                </a:solidFill>
                <a:latin typeface="Instrument Sans"/>
                <a:ea typeface="Instrument Sans"/>
                <a:cs typeface="Instrument Sans"/>
              </a:defRPr>
            </a:lvl8pPr>
            <a:lvl9pPr>
              <a:buNone/>
              <a:defRPr sz="1591" b="0">
                <a:solidFill>
                  <a:srgbClr val="182028"/>
                </a:solidFill>
                <a:latin typeface="Instrument Sans"/>
                <a:ea typeface="Instrument Sans"/>
                <a:cs typeface="Instrument Sans"/>
              </a:defRPr>
            </a:lvl9pPr>
          </a:lstStyle>
          <a:p xmlns:a="http://schemas.openxmlformats.org/drawingml/2006/main">
            <a:pPr>
              <a:buNone/>
              <a:defRPr sz="1591" b="0">
                <a:solidFill>
                  <a:srgbClr val="182028"/>
                </a:solidFill>
                <a:latin typeface="Instrument Sans"/>
                <a:ea typeface="Instrument Sans"/>
                <a:cs typeface="Instrument Sans"/>
              </a:defRPr>
            </a:pPr>
            <a:r>
              <a:rPr sz="1591" b="0">
                <a:solidFill>
                  <a:srgbClr val="182028"/>
                </a:solidFill>
                <a:latin typeface="Instrument Sans"/>
                <a:ea typeface="Instrument Sans"/>
                <a:cs typeface="Instrument Sans"/>
              </a:rPr>
              <a:t>Rules + consent</a:t>
            </a:r>
          </a:p>
        </p:txBody>
      </p:sp>
      <p:sp>
        <p:nvSpPr>
          <p:cNvPr id="222" name="Architecture label: Private data room">
            <a:extLst xmlns:a="http://schemas.openxmlformats.org/drawingml/2006/main">
              <a:ext uri="{FF2B5EF4-FFF2-40B4-BE49-F238E27FC236}">
                <a16:creationId xmlns:a16="http://schemas.microsoft.com/office/drawing/2014/main" id="{960869FD-9384-41DF-A23B-48EC8EC9936D}"/>
              </a:ext>
            </a:extLst>
          </p:cNvPr>
          <p:cNvSpPr>
            <a:spLocks xmlns:a="http://schemas.openxmlformats.org/drawingml/2006/main" noGrp="1"/>
          </p:cNvSpPr>
          <p:nvPr/>
        </p:nvSpPr>
        <p:spPr>
          <a:xfrm xmlns:a="http://schemas.openxmlformats.org/drawingml/2006/main">
            <a:off x="9106593" y="7359500"/>
            <a:ext cx="1870364"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0">
                <a:solidFill>
                  <a:srgbClr val="182028"/>
                </a:solidFill>
                <a:latin typeface="Instrument Sans"/>
                <a:ea typeface="Instrument Sans"/>
                <a:cs typeface="Instrument Sans"/>
              </a:defRPr>
            </a:defPPr>
            <a:lvl1pPr>
              <a:buNone/>
              <a:defRPr sz="1591" b="0">
                <a:solidFill>
                  <a:srgbClr val="182028"/>
                </a:solidFill>
                <a:latin typeface="Instrument Sans"/>
                <a:ea typeface="Instrument Sans"/>
                <a:cs typeface="Instrument Sans"/>
              </a:defRPr>
            </a:lvl1pPr>
            <a:lvl2pPr>
              <a:buNone/>
              <a:defRPr sz="1591" b="0">
                <a:solidFill>
                  <a:srgbClr val="182028"/>
                </a:solidFill>
                <a:latin typeface="Instrument Sans"/>
                <a:ea typeface="Instrument Sans"/>
                <a:cs typeface="Instrument Sans"/>
              </a:defRPr>
            </a:lvl2pPr>
            <a:lvl3pPr>
              <a:buNone/>
              <a:defRPr sz="1591" b="0">
                <a:solidFill>
                  <a:srgbClr val="182028"/>
                </a:solidFill>
                <a:latin typeface="Instrument Sans"/>
                <a:ea typeface="Instrument Sans"/>
                <a:cs typeface="Instrument Sans"/>
              </a:defRPr>
            </a:lvl3pPr>
            <a:lvl4pPr>
              <a:buNone/>
              <a:defRPr sz="1591" b="0">
                <a:solidFill>
                  <a:srgbClr val="182028"/>
                </a:solidFill>
                <a:latin typeface="Instrument Sans"/>
                <a:ea typeface="Instrument Sans"/>
                <a:cs typeface="Instrument Sans"/>
              </a:defRPr>
            </a:lvl4pPr>
            <a:lvl5pPr>
              <a:buNone/>
              <a:defRPr sz="1591" b="0">
                <a:solidFill>
                  <a:srgbClr val="182028"/>
                </a:solidFill>
                <a:latin typeface="Instrument Sans"/>
                <a:ea typeface="Instrument Sans"/>
                <a:cs typeface="Instrument Sans"/>
              </a:defRPr>
            </a:lvl5pPr>
            <a:lvl6pPr>
              <a:buNone/>
              <a:defRPr sz="1591" b="0">
                <a:solidFill>
                  <a:srgbClr val="182028"/>
                </a:solidFill>
                <a:latin typeface="Instrument Sans"/>
                <a:ea typeface="Instrument Sans"/>
                <a:cs typeface="Instrument Sans"/>
              </a:defRPr>
            </a:lvl6pPr>
            <a:lvl7pPr>
              <a:buNone/>
              <a:defRPr sz="1591" b="0">
                <a:solidFill>
                  <a:srgbClr val="182028"/>
                </a:solidFill>
                <a:latin typeface="Instrument Sans"/>
                <a:ea typeface="Instrument Sans"/>
                <a:cs typeface="Instrument Sans"/>
              </a:defRPr>
            </a:lvl7pPr>
            <a:lvl8pPr>
              <a:buNone/>
              <a:defRPr sz="1591" b="0">
                <a:solidFill>
                  <a:srgbClr val="182028"/>
                </a:solidFill>
                <a:latin typeface="Instrument Sans"/>
                <a:ea typeface="Instrument Sans"/>
                <a:cs typeface="Instrument Sans"/>
              </a:defRPr>
            </a:lvl8pPr>
            <a:lvl9pPr>
              <a:buNone/>
              <a:defRPr sz="1591" b="0">
                <a:solidFill>
                  <a:srgbClr val="182028"/>
                </a:solidFill>
                <a:latin typeface="Instrument Sans"/>
                <a:ea typeface="Instrument Sans"/>
                <a:cs typeface="Instrument Sans"/>
              </a:defRPr>
            </a:lvl9pPr>
          </a:lstStyle>
          <a:p xmlns:a="http://schemas.openxmlformats.org/drawingml/2006/main">
            <a:pPr>
              <a:buNone/>
              <a:defRPr sz="1591" b="0">
                <a:solidFill>
                  <a:srgbClr val="182028"/>
                </a:solidFill>
                <a:latin typeface="Instrument Sans"/>
                <a:ea typeface="Instrument Sans"/>
                <a:cs typeface="Instrument Sans"/>
              </a:defRPr>
            </a:pPr>
            <a:r>
              <a:rPr sz="1591" b="0">
                <a:solidFill>
                  <a:srgbClr val="182028"/>
                </a:solidFill>
                <a:latin typeface="Instrument Sans"/>
                <a:ea typeface="Instrument Sans"/>
                <a:cs typeface="Instrument Sans"/>
              </a:rPr>
              <a:t>Private data room</a:t>
            </a:r>
          </a:p>
        </p:txBody>
      </p:sp>
      <p:sp>
        <p:nvSpPr>
          <p:cNvPr id="223" name="Architecture label: D1 / Records &amp; audit">
            <a:extLst xmlns:a="http://schemas.openxmlformats.org/drawingml/2006/main">
              <a:ext uri="{FF2B5EF4-FFF2-40B4-BE49-F238E27FC236}">
                <a16:creationId xmlns:a16="http://schemas.microsoft.com/office/drawing/2014/main" id="{37442B3E-97BC-494C-935A-24DEAA4DAC4C}"/>
              </a:ext>
            </a:extLst>
          </p:cNvPr>
          <p:cNvSpPr>
            <a:spLocks xmlns:a="http://schemas.openxmlformats.org/drawingml/2006/main" noGrp="1"/>
          </p:cNvSpPr>
          <p:nvPr/>
        </p:nvSpPr>
        <p:spPr>
          <a:xfrm xmlns:a="http://schemas.openxmlformats.org/drawingml/2006/main">
            <a:off x="4767349" y="7860757"/>
            <a:ext cx="2917767"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32" b="0">
                <a:solidFill>
                  <a:srgbClr val="182028"/>
                </a:solidFill>
                <a:latin typeface="Instrument Sans"/>
                <a:ea typeface="Instrument Sans"/>
                <a:cs typeface="Instrument Sans"/>
              </a:defRPr>
            </a:defPPr>
            <a:lvl1pPr>
              <a:buNone/>
              <a:defRPr sz="1532" b="0">
                <a:solidFill>
                  <a:srgbClr val="182028"/>
                </a:solidFill>
                <a:latin typeface="Instrument Sans"/>
                <a:ea typeface="Instrument Sans"/>
                <a:cs typeface="Instrument Sans"/>
              </a:defRPr>
            </a:lvl1pPr>
            <a:lvl2pPr>
              <a:buNone/>
              <a:defRPr sz="1532" b="0">
                <a:solidFill>
                  <a:srgbClr val="182028"/>
                </a:solidFill>
                <a:latin typeface="Instrument Sans"/>
                <a:ea typeface="Instrument Sans"/>
                <a:cs typeface="Instrument Sans"/>
              </a:defRPr>
            </a:lvl2pPr>
            <a:lvl3pPr>
              <a:buNone/>
              <a:defRPr sz="1532" b="0">
                <a:solidFill>
                  <a:srgbClr val="182028"/>
                </a:solidFill>
                <a:latin typeface="Instrument Sans"/>
                <a:ea typeface="Instrument Sans"/>
                <a:cs typeface="Instrument Sans"/>
              </a:defRPr>
            </a:lvl3pPr>
            <a:lvl4pPr>
              <a:buNone/>
              <a:defRPr sz="1532" b="0">
                <a:solidFill>
                  <a:srgbClr val="182028"/>
                </a:solidFill>
                <a:latin typeface="Instrument Sans"/>
                <a:ea typeface="Instrument Sans"/>
                <a:cs typeface="Instrument Sans"/>
              </a:defRPr>
            </a:lvl4pPr>
            <a:lvl5pPr>
              <a:buNone/>
              <a:defRPr sz="1532" b="0">
                <a:solidFill>
                  <a:srgbClr val="182028"/>
                </a:solidFill>
                <a:latin typeface="Instrument Sans"/>
                <a:ea typeface="Instrument Sans"/>
                <a:cs typeface="Instrument Sans"/>
              </a:defRPr>
            </a:lvl5pPr>
            <a:lvl6pPr>
              <a:buNone/>
              <a:defRPr sz="1532" b="0">
                <a:solidFill>
                  <a:srgbClr val="182028"/>
                </a:solidFill>
                <a:latin typeface="Instrument Sans"/>
                <a:ea typeface="Instrument Sans"/>
                <a:cs typeface="Instrument Sans"/>
              </a:defRPr>
            </a:lvl6pPr>
            <a:lvl7pPr>
              <a:buNone/>
              <a:defRPr sz="1532" b="0">
                <a:solidFill>
                  <a:srgbClr val="182028"/>
                </a:solidFill>
                <a:latin typeface="Instrument Sans"/>
                <a:ea typeface="Instrument Sans"/>
                <a:cs typeface="Instrument Sans"/>
              </a:defRPr>
            </a:lvl7pPr>
            <a:lvl8pPr>
              <a:buNone/>
              <a:defRPr sz="1532" b="0">
                <a:solidFill>
                  <a:srgbClr val="182028"/>
                </a:solidFill>
                <a:latin typeface="Instrument Sans"/>
                <a:ea typeface="Instrument Sans"/>
                <a:cs typeface="Instrument Sans"/>
              </a:defRPr>
            </a:lvl8pPr>
            <a:lvl9pPr>
              <a:buNone/>
              <a:defRPr sz="1532" b="0">
                <a:solidFill>
                  <a:srgbClr val="182028"/>
                </a:solidFill>
                <a:latin typeface="Instrument Sans"/>
                <a:ea typeface="Instrument Sans"/>
                <a:cs typeface="Instrument Sans"/>
              </a:defRPr>
            </a:lvl9pPr>
          </a:lstStyle>
          <a:p xmlns:a="http://schemas.openxmlformats.org/drawingml/2006/main">
            <a:pPr>
              <a:buNone/>
              <a:defRPr sz="1532" b="0">
                <a:solidFill>
                  <a:srgbClr val="182028"/>
                </a:solidFill>
                <a:latin typeface="Instrument Sans"/>
                <a:ea typeface="Instrument Sans"/>
                <a:cs typeface="Instrument Sans"/>
              </a:defRPr>
            </a:pPr>
            <a:r>
              <a:rPr sz="1532" b="0">
                <a:solidFill>
                  <a:srgbClr val="182028"/>
                </a:solidFill>
                <a:latin typeface="Instrument Sans"/>
                <a:ea typeface="Instrument Sans"/>
                <a:cs typeface="Instrument Sans"/>
              </a:rPr>
              <a:t>D1 / Records &amp; audit</a:t>
            </a:r>
          </a:p>
        </p:txBody>
      </p:sp>
      <p:sp>
        <p:nvSpPr>
          <p:cNvPr id="224" name="Architecture label: R2 / Encrypted documents">
            <a:extLst xmlns:a="http://schemas.openxmlformats.org/drawingml/2006/main">
              <a:ext uri="{FF2B5EF4-FFF2-40B4-BE49-F238E27FC236}">
                <a16:creationId xmlns:a16="http://schemas.microsoft.com/office/drawing/2014/main" id="{F735E42B-D661-4AB5-A1AE-328A9AC04E6A}"/>
              </a:ext>
            </a:extLst>
          </p:cNvPr>
          <p:cNvSpPr>
            <a:spLocks xmlns:a="http://schemas.openxmlformats.org/drawingml/2006/main" noGrp="1"/>
          </p:cNvSpPr>
          <p:nvPr/>
        </p:nvSpPr>
        <p:spPr>
          <a:xfrm xmlns:a="http://schemas.openxmlformats.org/drawingml/2006/main">
            <a:off x="8059189" y="7860757"/>
            <a:ext cx="2917767"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32" b="0">
                <a:solidFill>
                  <a:srgbClr val="182028"/>
                </a:solidFill>
                <a:latin typeface="Instrument Sans"/>
                <a:ea typeface="Instrument Sans"/>
                <a:cs typeface="Instrument Sans"/>
              </a:defRPr>
            </a:defPPr>
            <a:lvl1pPr>
              <a:buNone/>
              <a:defRPr sz="1532" b="0">
                <a:solidFill>
                  <a:srgbClr val="182028"/>
                </a:solidFill>
                <a:latin typeface="Instrument Sans"/>
                <a:ea typeface="Instrument Sans"/>
                <a:cs typeface="Instrument Sans"/>
              </a:defRPr>
            </a:lvl1pPr>
            <a:lvl2pPr>
              <a:buNone/>
              <a:defRPr sz="1532" b="0">
                <a:solidFill>
                  <a:srgbClr val="182028"/>
                </a:solidFill>
                <a:latin typeface="Instrument Sans"/>
                <a:ea typeface="Instrument Sans"/>
                <a:cs typeface="Instrument Sans"/>
              </a:defRPr>
            </a:lvl2pPr>
            <a:lvl3pPr>
              <a:buNone/>
              <a:defRPr sz="1532" b="0">
                <a:solidFill>
                  <a:srgbClr val="182028"/>
                </a:solidFill>
                <a:latin typeface="Instrument Sans"/>
                <a:ea typeface="Instrument Sans"/>
                <a:cs typeface="Instrument Sans"/>
              </a:defRPr>
            </a:lvl3pPr>
            <a:lvl4pPr>
              <a:buNone/>
              <a:defRPr sz="1532" b="0">
                <a:solidFill>
                  <a:srgbClr val="182028"/>
                </a:solidFill>
                <a:latin typeface="Instrument Sans"/>
                <a:ea typeface="Instrument Sans"/>
                <a:cs typeface="Instrument Sans"/>
              </a:defRPr>
            </a:lvl4pPr>
            <a:lvl5pPr>
              <a:buNone/>
              <a:defRPr sz="1532" b="0">
                <a:solidFill>
                  <a:srgbClr val="182028"/>
                </a:solidFill>
                <a:latin typeface="Instrument Sans"/>
                <a:ea typeface="Instrument Sans"/>
                <a:cs typeface="Instrument Sans"/>
              </a:defRPr>
            </a:lvl5pPr>
            <a:lvl6pPr>
              <a:buNone/>
              <a:defRPr sz="1532" b="0">
                <a:solidFill>
                  <a:srgbClr val="182028"/>
                </a:solidFill>
                <a:latin typeface="Instrument Sans"/>
                <a:ea typeface="Instrument Sans"/>
                <a:cs typeface="Instrument Sans"/>
              </a:defRPr>
            </a:lvl6pPr>
            <a:lvl7pPr>
              <a:buNone/>
              <a:defRPr sz="1532" b="0">
                <a:solidFill>
                  <a:srgbClr val="182028"/>
                </a:solidFill>
                <a:latin typeface="Instrument Sans"/>
                <a:ea typeface="Instrument Sans"/>
                <a:cs typeface="Instrument Sans"/>
              </a:defRPr>
            </a:lvl7pPr>
            <a:lvl8pPr>
              <a:buNone/>
              <a:defRPr sz="1532" b="0">
                <a:solidFill>
                  <a:srgbClr val="182028"/>
                </a:solidFill>
                <a:latin typeface="Instrument Sans"/>
                <a:ea typeface="Instrument Sans"/>
                <a:cs typeface="Instrument Sans"/>
              </a:defRPr>
            </a:lvl8pPr>
            <a:lvl9pPr>
              <a:buNone/>
              <a:defRPr sz="1532" b="0">
                <a:solidFill>
                  <a:srgbClr val="182028"/>
                </a:solidFill>
                <a:latin typeface="Instrument Sans"/>
                <a:ea typeface="Instrument Sans"/>
                <a:cs typeface="Instrument Sans"/>
              </a:defRPr>
            </a:lvl9pPr>
          </a:lstStyle>
          <a:p xmlns:a="http://schemas.openxmlformats.org/drawingml/2006/main">
            <a:pPr>
              <a:buNone/>
              <a:defRPr sz="1532" b="0">
                <a:solidFill>
                  <a:srgbClr val="182028"/>
                </a:solidFill>
                <a:latin typeface="Instrument Sans"/>
                <a:ea typeface="Instrument Sans"/>
                <a:cs typeface="Instrument Sans"/>
              </a:defRPr>
            </a:pPr>
            <a:r>
              <a:rPr sz="1532" b="0">
                <a:solidFill>
                  <a:srgbClr val="182028"/>
                </a:solidFill>
                <a:latin typeface="Instrument Sans"/>
                <a:ea typeface="Instrument Sans"/>
                <a:cs typeface="Instrument Sans"/>
              </a:rPr>
              <a:t>R2 / Encrypted documents</a:t>
            </a:r>
          </a:p>
        </p:txBody>
      </p:sp>
      <p:sp>
        <p:nvSpPr>
          <p:cNvPr id="225" name="Architecture label: Private ZK proofs">
            <a:extLst xmlns:a="http://schemas.openxmlformats.org/drawingml/2006/main">
              <a:ext uri="{FF2B5EF4-FFF2-40B4-BE49-F238E27FC236}">
                <a16:creationId xmlns:a16="http://schemas.microsoft.com/office/drawing/2014/main" id="{84766FA1-C72B-4987-AC7E-5A4215853CB1}"/>
              </a:ext>
            </a:extLst>
          </p:cNvPr>
          <p:cNvSpPr>
            <a:spLocks xmlns:a="http://schemas.openxmlformats.org/drawingml/2006/main" noGrp="1"/>
          </p:cNvSpPr>
          <p:nvPr/>
        </p:nvSpPr>
        <p:spPr>
          <a:xfrm xmlns:a="http://schemas.openxmlformats.org/drawingml/2006/main">
            <a:off x="12510655" y="3805809"/>
            <a:ext cx="4339244" cy="3890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21" b="1">
                <a:solidFill>
                  <a:srgbClr val="182028"/>
                </a:solidFill>
                <a:latin typeface="Instrument Sans"/>
                <a:ea typeface="Instrument Sans"/>
                <a:cs typeface="Instrument Sans"/>
              </a:defRPr>
            </a:defPPr>
            <a:lvl1pPr>
              <a:buNone/>
              <a:defRPr sz="2121" b="1">
                <a:solidFill>
                  <a:srgbClr val="182028"/>
                </a:solidFill>
                <a:latin typeface="Instrument Sans"/>
                <a:ea typeface="Instrument Sans"/>
                <a:cs typeface="Instrument Sans"/>
              </a:defRPr>
            </a:lvl1pPr>
            <a:lvl2pPr>
              <a:buNone/>
              <a:defRPr sz="2121" b="1">
                <a:solidFill>
                  <a:srgbClr val="182028"/>
                </a:solidFill>
                <a:latin typeface="Instrument Sans"/>
                <a:ea typeface="Instrument Sans"/>
                <a:cs typeface="Instrument Sans"/>
              </a:defRPr>
            </a:lvl2pPr>
            <a:lvl3pPr>
              <a:buNone/>
              <a:defRPr sz="2121" b="1">
                <a:solidFill>
                  <a:srgbClr val="182028"/>
                </a:solidFill>
                <a:latin typeface="Instrument Sans"/>
                <a:ea typeface="Instrument Sans"/>
                <a:cs typeface="Instrument Sans"/>
              </a:defRPr>
            </a:lvl3pPr>
            <a:lvl4pPr>
              <a:buNone/>
              <a:defRPr sz="2121" b="1">
                <a:solidFill>
                  <a:srgbClr val="182028"/>
                </a:solidFill>
                <a:latin typeface="Instrument Sans"/>
                <a:ea typeface="Instrument Sans"/>
                <a:cs typeface="Instrument Sans"/>
              </a:defRPr>
            </a:lvl4pPr>
            <a:lvl5pPr>
              <a:buNone/>
              <a:defRPr sz="2121" b="1">
                <a:solidFill>
                  <a:srgbClr val="182028"/>
                </a:solidFill>
                <a:latin typeface="Instrument Sans"/>
                <a:ea typeface="Instrument Sans"/>
                <a:cs typeface="Instrument Sans"/>
              </a:defRPr>
            </a:lvl5pPr>
            <a:lvl6pPr>
              <a:buNone/>
              <a:defRPr sz="2121" b="1">
                <a:solidFill>
                  <a:srgbClr val="182028"/>
                </a:solidFill>
                <a:latin typeface="Instrument Sans"/>
                <a:ea typeface="Instrument Sans"/>
                <a:cs typeface="Instrument Sans"/>
              </a:defRPr>
            </a:lvl6pPr>
            <a:lvl7pPr>
              <a:buNone/>
              <a:defRPr sz="2121" b="1">
                <a:solidFill>
                  <a:srgbClr val="182028"/>
                </a:solidFill>
                <a:latin typeface="Instrument Sans"/>
                <a:ea typeface="Instrument Sans"/>
                <a:cs typeface="Instrument Sans"/>
              </a:defRPr>
            </a:lvl7pPr>
            <a:lvl8pPr>
              <a:buNone/>
              <a:defRPr sz="2121" b="1">
                <a:solidFill>
                  <a:srgbClr val="182028"/>
                </a:solidFill>
                <a:latin typeface="Instrument Sans"/>
                <a:ea typeface="Instrument Sans"/>
                <a:cs typeface="Instrument Sans"/>
              </a:defRPr>
            </a:lvl8pPr>
            <a:lvl9pPr>
              <a:buNone/>
              <a:defRPr sz="2121" b="1">
                <a:solidFill>
                  <a:srgbClr val="182028"/>
                </a:solidFill>
                <a:latin typeface="Instrument Sans"/>
                <a:ea typeface="Instrument Sans"/>
                <a:cs typeface="Instrument Sans"/>
              </a:defRPr>
            </a:lvl9pPr>
          </a:lstStyle>
          <a:p xmlns:a="http://schemas.openxmlformats.org/drawingml/2006/main">
            <a:pPr>
              <a:buNone/>
              <a:defRPr sz="2121" b="1">
                <a:solidFill>
                  <a:srgbClr val="182028"/>
                </a:solidFill>
                <a:latin typeface="Instrument Sans"/>
                <a:ea typeface="Instrument Sans"/>
                <a:cs typeface="Instrument Sans"/>
              </a:defRPr>
            </a:pPr>
            <a:r>
              <a:rPr sz="2121" b="1">
                <a:solidFill>
                  <a:srgbClr val="182028"/>
                </a:solidFill>
                <a:latin typeface="Instrument Sans"/>
                <a:ea typeface="Instrument Sans"/>
                <a:cs typeface="Instrument Sans"/>
              </a:rPr>
              <a:t>Private ZK proofs</a:t>
            </a:r>
          </a:p>
        </p:txBody>
      </p:sp>
      <p:sp>
        <p:nvSpPr>
          <p:cNvPr id="226" name="Architecture label: Groth16 / BN254">
            <a:extLst xmlns:a="http://schemas.openxmlformats.org/drawingml/2006/main">
              <a:ext uri="{FF2B5EF4-FFF2-40B4-BE49-F238E27FC236}">
                <a16:creationId xmlns:a16="http://schemas.microsoft.com/office/drawing/2014/main" id="{906A3ADA-8CAA-4E5F-8469-08216AE39FCC}"/>
              </a:ext>
            </a:extLst>
          </p:cNvPr>
          <p:cNvSpPr>
            <a:spLocks xmlns:a="http://schemas.openxmlformats.org/drawingml/2006/main" noGrp="1"/>
          </p:cNvSpPr>
          <p:nvPr/>
        </p:nvSpPr>
        <p:spPr>
          <a:xfrm xmlns:a="http://schemas.openxmlformats.org/drawingml/2006/main">
            <a:off x="12548062" y="4224770"/>
            <a:ext cx="4264429"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1">
                <a:solidFill>
                  <a:srgbClr val="182028"/>
                </a:solidFill>
                <a:latin typeface="Instrument Sans"/>
                <a:ea typeface="Instrument Sans"/>
                <a:cs typeface="Instrument Sans"/>
              </a:defRPr>
            </a:defPPr>
            <a:lvl1pPr>
              <a:buNone/>
              <a:defRPr sz="1649" b="1">
                <a:solidFill>
                  <a:srgbClr val="182028"/>
                </a:solidFill>
                <a:latin typeface="Instrument Sans"/>
                <a:ea typeface="Instrument Sans"/>
                <a:cs typeface="Instrument Sans"/>
              </a:defRPr>
            </a:lvl1pPr>
            <a:lvl2pPr>
              <a:buNone/>
              <a:defRPr sz="1649" b="1">
                <a:solidFill>
                  <a:srgbClr val="182028"/>
                </a:solidFill>
                <a:latin typeface="Instrument Sans"/>
                <a:ea typeface="Instrument Sans"/>
                <a:cs typeface="Instrument Sans"/>
              </a:defRPr>
            </a:lvl2pPr>
            <a:lvl3pPr>
              <a:buNone/>
              <a:defRPr sz="1649" b="1">
                <a:solidFill>
                  <a:srgbClr val="182028"/>
                </a:solidFill>
                <a:latin typeface="Instrument Sans"/>
                <a:ea typeface="Instrument Sans"/>
                <a:cs typeface="Instrument Sans"/>
              </a:defRPr>
            </a:lvl3pPr>
            <a:lvl4pPr>
              <a:buNone/>
              <a:defRPr sz="1649" b="1">
                <a:solidFill>
                  <a:srgbClr val="182028"/>
                </a:solidFill>
                <a:latin typeface="Instrument Sans"/>
                <a:ea typeface="Instrument Sans"/>
                <a:cs typeface="Instrument Sans"/>
              </a:defRPr>
            </a:lvl4pPr>
            <a:lvl5pPr>
              <a:buNone/>
              <a:defRPr sz="1649" b="1">
                <a:solidFill>
                  <a:srgbClr val="182028"/>
                </a:solidFill>
                <a:latin typeface="Instrument Sans"/>
                <a:ea typeface="Instrument Sans"/>
                <a:cs typeface="Instrument Sans"/>
              </a:defRPr>
            </a:lvl5pPr>
            <a:lvl6pPr>
              <a:buNone/>
              <a:defRPr sz="1649" b="1">
                <a:solidFill>
                  <a:srgbClr val="182028"/>
                </a:solidFill>
                <a:latin typeface="Instrument Sans"/>
                <a:ea typeface="Instrument Sans"/>
                <a:cs typeface="Instrument Sans"/>
              </a:defRPr>
            </a:lvl6pPr>
            <a:lvl7pPr>
              <a:buNone/>
              <a:defRPr sz="1649" b="1">
                <a:solidFill>
                  <a:srgbClr val="182028"/>
                </a:solidFill>
                <a:latin typeface="Instrument Sans"/>
                <a:ea typeface="Instrument Sans"/>
                <a:cs typeface="Instrument Sans"/>
              </a:defRPr>
            </a:lvl7pPr>
            <a:lvl8pPr>
              <a:buNone/>
              <a:defRPr sz="1649" b="1">
                <a:solidFill>
                  <a:srgbClr val="182028"/>
                </a:solidFill>
                <a:latin typeface="Instrument Sans"/>
                <a:ea typeface="Instrument Sans"/>
                <a:cs typeface="Instrument Sans"/>
              </a:defRPr>
            </a:lvl8pPr>
            <a:lvl9pPr>
              <a:buNone/>
              <a:defRPr sz="1649" b="1">
                <a:solidFill>
                  <a:srgbClr val="182028"/>
                </a:solidFill>
                <a:latin typeface="Instrument Sans"/>
                <a:ea typeface="Instrument Sans"/>
                <a:cs typeface="Instrument Sans"/>
              </a:defRPr>
            </a:lvl9pPr>
          </a:lstStyle>
          <a:p xmlns:a="http://schemas.openxmlformats.org/drawingml/2006/main">
            <a:pPr>
              <a:buNone/>
              <a:defRPr sz="1649" b="1">
                <a:solidFill>
                  <a:srgbClr val="182028"/>
                </a:solidFill>
                <a:latin typeface="Instrument Sans"/>
                <a:ea typeface="Instrument Sans"/>
                <a:cs typeface="Instrument Sans"/>
              </a:defRPr>
            </a:pPr>
            <a:r>
              <a:rPr sz="1649" b="1">
                <a:solidFill>
                  <a:srgbClr val="182028"/>
                </a:solidFill>
                <a:latin typeface="Instrument Sans"/>
                <a:ea typeface="Instrument Sans"/>
                <a:cs typeface="Instrument Sans"/>
              </a:rPr>
              <a:t>Groth16 / BN254</a:t>
            </a:r>
          </a:p>
        </p:txBody>
      </p:sp>
      <p:sp>
        <p:nvSpPr>
          <p:cNvPr id="227" name="Architecture label: Local WebAssembly proving">
            <a:extLst xmlns:a="http://schemas.openxmlformats.org/drawingml/2006/main">
              <a:ext uri="{FF2B5EF4-FFF2-40B4-BE49-F238E27FC236}">
                <a16:creationId xmlns:a16="http://schemas.microsoft.com/office/drawing/2014/main" id="{84C39980-1AEC-4904-9CEE-C4FF41C0465B}"/>
              </a:ext>
            </a:extLst>
          </p:cNvPr>
          <p:cNvSpPr>
            <a:spLocks xmlns:a="http://schemas.openxmlformats.org/drawingml/2006/main" noGrp="1"/>
          </p:cNvSpPr>
          <p:nvPr/>
        </p:nvSpPr>
        <p:spPr>
          <a:xfrm xmlns:a="http://schemas.openxmlformats.org/drawingml/2006/main">
            <a:off x="12548062" y="4509066"/>
            <a:ext cx="4264429" cy="2992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32" b="0">
                <a:solidFill>
                  <a:srgbClr val="182028"/>
                </a:solidFill>
                <a:latin typeface="Instrument Sans"/>
                <a:ea typeface="Instrument Sans"/>
                <a:cs typeface="Instrument Sans"/>
              </a:defRPr>
            </a:defPPr>
            <a:lvl1pPr>
              <a:buNone/>
              <a:defRPr sz="1532" b="0">
                <a:solidFill>
                  <a:srgbClr val="182028"/>
                </a:solidFill>
                <a:latin typeface="Instrument Sans"/>
                <a:ea typeface="Instrument Sans"/>
                <a:cs typeface="Instrument Sans"/>
              </a:defRPr>
            </a:lvl1pPr>
            <a:lvl2pPr>
              <a:buNone/>
              <a:defRPr sz="1532" b="0">
                <a:solidFill>
                  <a:srgbClr val="182028"/>
                </a:solidFill>
                <a:latin typeface="Instrument Sans"/>
                <a:ea typeface="Instrument Sans"/>
                <a:cs typeface="Instrument Sans"/>
              </a:defRPr>
            </a:lvl2pPr>
            <a:lvl3pPr>
              <a:buNone/>
              <a:defRPr sz="1532" b="0">
                <a:solidFill>
                  <a:srgbClr val="182028"/>
                </a:solidFill>
                <a:latin typeface="Instrument Sans"/>
                <a:ea typeface="Instrument Sans"/>
                <a:cs typeface="Instrument Sans"/>
              </a:defRPr>
            </a:lvl3pPr>
            <a:lvl4pPr>
              <a:buNone/>
              <a:defRPr sz="1532" b="0">
                <a:solidFill>
                  <a:srgbClr val="182028"/>
                </a:solidFill>
                <a:latin typeface="Instrument Sans"/>
                <a:ea typeface="Instrument Sans"/>
                <a:cs typeface="Instrument Sans"/>
              </a:defRPr>
            </a:lvl4pPr>
            <a:lvl5pPr>
              <a:buNone/>
              <a:defRPr sz="1532" b="0">
                <a:solidFill>
                  <a:srgbClr val="182028"/>
                </a:solidFill>
                <a:latin typeface="Instrument Sans"/>
                <a:ea typeface="Instrument Sans"/>
                <a:cs typeface="Instrument Sans"/>
              </a:defRPr>
            </a:lvl5pPr>
            <a:lvl6pPr>
              <a:buNone/>
              <a:defRPr sz="1532" b="0">
                <a:solidFill>
                  <a:srgbClr val="182028"/>
                </a:solidFill>
                <a:latin typeface="Instrument Sans"/>
                <a:ea typeface="Instrument Sans"/>
                <a:cs typeface="Instrument Sans"/>
              </a:defRPr>
            </a:lvl6pPr>
            <a:lvl7pPr>
              <a:buNone/>
              <a:defRPr sz="1532" b="0">
                <a:solidFill>
                  <a:srgbClr val="182028"/>
                </a:solidFill>
                <a:latin typeface="Instrument Sans"/>
                <a:ea typeface="Instrument Sans"/>
                <a:cs typeface="Instrument Sans"/>
              </a:defRPr>
            </a:lvl7pPr>
            <a:lvl8pPr>
              <a:buNone/>
              <a:defRPr sz="1532" b="0">
                <a:solidFill>
                  <a:srgbClr val="182028"/>
                </a:solidFill>
                <a:latin typeface="Instrument Sans"/>
                <a:ea typeface="Instrument Sans"/>
                <a:cs typeface="Instrument Sans"/>
              </a:defRPr>
            </a:lvl8pPr>
            <a:lvl9pPr>
              <a:buNone/>
              <a:defRPr sz="1532" b="0">
                <a:solidFill>
                  <a:srgbClr val="182028"/>
                </a:solidFill>
                <a:latin typeface="Instrument Sans"/>
                <a:ea typeface="Instrument Sans"/>
                <a:cs typeface="Instrument Sans"/>
              </a:defRPr>
            </a:lvl9pPr>
          </a:lstStyle>
          <a:p xmlns:a="http://schemas.openxmlformats.org/drawingml/2006/main">
            <a:pPr>
              <a:buNone/>
              <a:defRPr sz="1532" b="0">
                <a:solidFill>
                  <a:srgbClr val="182028"/>
                </a:solidFill>
                <a:latin typeface="Instrument Sans"/>
                <a:ea typeface="Instrument Sans"/>
                <a:cs typeface="Instrument Sans"/>
              </a:defRPr>
            </a:pPr>
            <a:r>
              <a:rPr sz="1532" b="0">
                <a:solidFill>
                  <a:srgbClr val="182028"/>
                </a:solidFill>
                <a:latin typeface="Instrument Sans"/>
                <a:ea typeface="Instrument Sans"/>
                <a:cs typeface="Instrument Sans"/>
              </a:rPr>
              <a:t>Local WebAssembly proving</a:t>
            </a:r>
          </a:p>
        </p:txBody>
      </p:sp>
      <p:sp>
        <p:nvSpPr>
          <p:cNvPr id="228" name="Architecture label: Rust / Arkworks">
            <a:extLst xmlns:a="http://schemas.openxmlformats.org/drawingml/2006/main">
              <a:ext uri="{FF2B5EF4-FFF2-40B4-BE49-F238E27FC236}">
                <a16:creationId xmlns:a16="http://schemas.microsoft.com/office/drawing/2014/main" id="{FA36C2D9-FBD9-4FEB-ACBF-F93FDC0958B1}"/>
              </a:ext>
            </a:extLst>
          </p:cNvPr>
          <p:cNvSpPr>
            <a:spLocks xmlns:a="http://schemas.openxmlformats.org/drawingml/2006/main" noGrp="1"/>
          </p:cNvSpPr>
          <p:nvPr/>
        </p:nvSpPr>
        <p:spPr>
          <a:xfrm xmlns:a="http://schemas.openxmlformats.org/drawingml/2006/main">
            <a:off x="12548062" y="4778398"/>
            <a:ext cx="4264429" cy="2992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32" b="0">
                <a:solidFill>
                  <a:srgbClr val="182028"/>
                </a:solidFill>
                <a:latin typeface="Instrument Sans"/>
                <a:ea typeface="Instrument Sans"/>
                <a:cs typeface="Instrument Sans"/>
              </a:defRPr>
            </a:defPPr>
            <a:lvl1pPr>
              <a:buNone/>
              <a:defRPr sz="1532" b="0">
                <a:solidFill>
                  <a:srgbClr val="182028"/>
                </a:solidFill>
                <a:latin typeface="Instrument Sans"/>
                <a:ea typeface="Instrument Sans"/>
                <a:cs typeface="Instrument Sans"/>
              </a:defRPr>
            </a:lvl1pPr>
            <a:lvl2pPr>
              <a:buNone/>
              <a:defRPr sz="1532" b="0">
                <a:solidFill>
                  <a:srgbClr val="182028"/>
                </a:solidFill>
                <a:latin typeface="Instrument Sans"/>
                <a:ea typeface="Instrument Sans"/>
                <a:cs typeface="Instrument Sans"/>
              </a:defRPr>
            </a:lvl2pPr>
            <a:lvl3pPr>
              <a:buNone/>
              <a:defRPr sz="1532" b="0">
                <a:solidFill>
                  <a:srgbClr val="182028"/>
                </a:solidFill>
                <a:latin typeface="Instrument Sans"/>
                <a:ea typeface="Instrument Sans"/>
                <a:cs typeface="Instrument Sans"/>
              </a:defRPr>
            </a:lvl3pPr>
            <a:lvl4pPr>
              <a:buNone/>
              <a:defRPr sz="1532" b="0">
                <a:solidFill>
                  <a:srgbClr val="182028"/>
                </a:solidFill>
                <a:latin typeface="Instrument Sans"/>
                <a:ea typeface="Instrument Sans"/>
                <a:cs typeface="Instrument Sans"/>
              </a:defRPr>
            </a:lvl4pPr>
            <a:lvl5pPr>
              <a:buNone/>
              <a:defRPr sz="1532" b="0">
                <a:solidFill>
                  <a:srgbClr val="182028"/>
                </a:solidFill>
                <a:latin typeface="Instrument Sans"/>
                <a:ea typeface="Instrument Sans"/>
                <a:cs typeface="Instrument Sans"/>
              </a:defRPr>
            </a:lvl5pPr>
            <a:lvl6pPr>
              <a:buNone/>
              <a:defRPr sz="1532" b="0">
                <a:solidFill>
                  <a:srgbClr val="182028"/>
                </a:solidFill>
                <a:latin typeface="Instrument Sans"/>
                <a:ea typeface="Instrument Sans"/>
                <a:cs typeface="Instrument Sans"/>
              </a:defRPr>
            </a:lvl6pPr>
            <a:lvl7pPr>
              <a:buNone/>
              <a:defRPr sz="1532" b="0">
                <a:solidFill>
                  <a:srgbClr val="182028"/>
                </a:solidFill>
                <a:latin typeface="Instrument Sans"/>
                <a:ea typeface="Instrument Sans"/>
                <a:cs typeface="Instrument Sans"/>
              </a:defRPr>
            </a:lvl7pPr>
            <a:lvl8pPr>
              <a:buNone/>
              <a:defRPr sz="1532" b="0">
                <a:solidFill>
                  <a:srgbClr val="182028"/>
                </a:solidFill>
                <a:latin typeface="Instrument Sans"/>
                <a:ea typeface="Instrument Sans"/>
                <a:cs typeface="Instrument Sans"/>
              </a:defRPr>
            </a:lvl8pPr>
            <a:lvl9pPr>
              <a:buNone/>
              <a:defRPr sz="1532" b="0">
                <a:solidFill>
                  <a:srgbClr val="182028"/>
                </a:solidFill>
                <a:latin typeface="Instrument Sans"/>
                <a:ea typeface="Instrument Sans"/>
                <a:cs typeface="Instrument Sans"/>
              </a:defRPr>
            </a:lvl9pPr>
          </a:lstStyle>
          <a:p xmlns:a="http://schemas.openxmlformats.org/drawingml/2006/main">
            <a:pPr>
              <a:buNone/>
              <a:defRPr sz="1532" b="0">
                <a:solidFill>
                  <a:srgbClr val="182028"/>
                </a:solidFill>
                <a:latin typeface="Instrument Sans"/>
                <a:ea typeface="Instrument Sans"/>
                <a:cs typeface="Instrument Sans"/>
              </a:defRPr>
            </a:pPr>
            <a:r>
              <a:rPr sz="1532" b="0">
                <a:solidFill>
                  <a:srgbClr val="182028"/>
                </a:solidFill>
                <a:latin typeface="Instrument Sans"/>
                <a:ea typeface="Instrument Sans"/>
                <a:cs typeface="Instrument Sans"/>
              </a:rPr>
              <a:t>Rust / Arkworks</a:t>
            </a:r>
          </a:p>
        </p:txBody>
      </p:sp>
      <p:sp>
        <p:nvSpPr>
          <p:cNvPr id="229" name="Architecture label: Stellar Mainnet / Soroban">
            <a:extLst xmlns:a="http://schemas.openxmlformats.org/drawingml/2006/main">
              <a:ext uri="{FF2B5EF4-FFF2-40B4-BE49-F238E27FC236}">
                <a16:creationId xmlns:a16="http://schemas.microsoft.com/office/drawing/2014/main" id="{E0AA8A18-B025-4A75-AFE4-847D006A076F}"/>
              </a:ext>
            </a:extLst>
          </p:cNvPr>
          <p:cNvSpPr>
            <a:spLocks xmlns:a="http://schemas.openxmlformats.org/drawingml/2006/main" noGrp="1"/>
          </p:cNvSpPr>
          <p:nvPr/>
        </p:nvSpPr>
        <p:spPr>
          <a:xfrm xmlns:a="http://schemas.openxmlformats.org/drawingml/2006/main">
            <a:off x="12510655" y="6125060"/>
            <a:ext cx="4339244" cy="3890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21" b="1">
                <a:solidFill>
                  <a:srgbClr val="182028"/>
                </a:solidFill>
                <a:latin typeface="Instrument Sans"/>
                <a:ea typeface="Instrument Sans"/>
                <a:cs typeface="Instrument Sans"/>
              </a:defRPr>
            </a:defPPr>
            <a:lvl1pPr>
              <a:buNone/>
              <a:defRPr sz="2121" b="1">
                <a:solidFill>
                  <a:srgbClr val="182028"/>
                </a:solidFill>
                <a:latin typeface="Instrument Sans"/>
                <a:ea typeface="Instrument Sans"/>
                <a:cs typeface="Instrument Sans"/>
              </a:defRPr>
            </a:lvl1pPr>
            <a:lvl2pPr>
              <a:buNone/>
              <a:defRPr sz="2121" b="1">
                <a:solidFill>
                  <a:srgbClr val="182028"/>
                </a:solidFill>
                <a:latin typeface="Instrument Sans"/>
                <a:ea typeface="Instrument Sans"/>
                <a:cs typeface="Instrument Sans"/>
              </a:defRPr>
            </a:lvl2pPr>
            <a:lvl3pPr>
              <a:buNone/>
              <a:defRPr sz="2121" b="1">
                <a:solidFill>
                  <a:srgbClr val="182028"/>
                </a:solidFill>
                <a:latin typeface="Instrument Sans"/>
                <a:ea typeface="Instrument Sans"/>
                <a:cs typeface="Instrument Sans"/>
              </a:defRPr>
            </a:lvl3pPr>
            <a:lvl4pPr>
              <a:buNone/>
              <a:defRPr sz="2121" b="1">
                <a:solidFill>
                  <a:srgbClr val="182028"/>
                </a:solidFill>
                <a:latin typeface="Instrument Sans"/>
                <a:ea typeface="Instrument Sans"/>
                <a:cs typeface="Instrument Sans"/>
              </a:defRPr>
            </a:lvl4pPr>
            <a:lvl5pPr>
              <a:buNone/>
              <a:defRPr sz="2121" b="1">
                <a:solidFill>
                  <a:srgbClr val="182028"/>
                </a:solidFill>
                <a:latin typeface="Instrument Sans"/>
                <a:ea typeface="Instrument Sans"/>
                <a:cs typeface="Instrument Sans"/>
              </a:defRPr>
            </a:lvl5pPr>
            <a:lvl6pPr>
              <a:buNone/>
              <a:defRPr sz="2121" b="1">
                <a:solidFill>
                  <a:srgbClr val="182028"/>
                </a:solidFill>
                <a:latin typeface="Instrument Sans"/>
                <a:ea typeface="Instrument Sans"/>
                <a:cs typeface="Instrument Sans"/>
              </a:defRPr>
            </a:lvl6pPr>
            <a:lvl7pPr>
              <a:buNone/>
              <a:defRPr sz="2121" b="1">
                <a:solidFill>
                  <a:srgbClr val="182028"/>
                </a:solidFill>
                <a:latin typeface="Instrument Sans"/>
                <a:ea typeface="Instrument Sans"/>
                <a:cs typeface="Instrument Sans"/>
              </a:defRPr>
            </a:lvl7pPr>
            <a:lvl8pPr>
              <a:buNone/>
              <a:defRPr sz="2121" b="1">
                <a:solidFill>
                  <a:srgbClr val="182028"/>
                </a:solidFill>
                <a:latin typeface="Instrument Sans"/>
                <a:ea typeface="Instrument Sans"/>
                <a:cs typeface="Instrument Sans"/>
              </a:defRPr>
            </a:lvl8pPr>
            <a:lvl9pPr>
              <a:buNone/>
              <a:defRPr sz="2121" b="1">
                <a:solidFill>
                  <a:srgbClr val="182028"/>
                </a:solidFill>
                <a:latin typeface="Instrument Sans"/>
                <a:ea typeface="Instrument Sans"/>
                <a:cs typeface="Instrument Sans"/>
              </a:defRPr>
            </a:lvl9pPr>
          </a:lstStyle>
          <a:p xmlns:a="http://schemas.openxmlformats.org/drawingml/2006/main">
            <a:pPr>
              <a:buNone/>
              <a:defRPr sz="2121" b="1">
                <a:solidFill>
                  <a:srgbClr val="182028"/>
                </a:solidFill>
                <a:latin typeface="Instrument Sans"/>
                <a:ea typeface="Instrument Sans"/>
                <a:cs typeface="Instrument Sans"/>
              </a:defRPr>
            </a:pPr>
            <a:r>
              <a:rPr sz="2121" b="1">
                <a:solidFill>
                  <a:srgbClr val="182028"/>
                </a:solidFill>
                <a:latin typeface="Instrument Sans"/>
                <a:ea typeface="Instrument Sans"/>
                <a:cs typeface="Instrument Sans"/>
              </a:rPr>
              <a:t>Stellar Mainnet / Soroban</a:t>
            </a:r>
          </a:p>
        </p:txBody>
      </p:sp>
      <p:sp>
        <p:nvSpPr>
          <p:cNvPr id="230" name="Architecture label: Credential roots &amp; revocation">
            <a:extLst xmlns:a="http://schemas.openxmlformats.org/drawingml/2006/main">
              <a:ext uri="{FF2B5EF4-FFF2-40B4-BE49-F238E27FC236}">
                <a16:creationId xmlns:a16="http://schemas.microsoft.com/office/drawing/2014/main" id="{CC5090E4-4D3B-4076-ABD1-D5236EDAA3D4}"/>
              </a:ext>
            </a:extLst>
          </p:cNvPr>
          <p:cNvSpPr>
            <a:spLocks xmlns:a="http://schemas.openxmlformats.org/drawingml/2006/main" noGrp="1"/>
          </p:cNvSpPr>
          <p:nvPr/>
        </p:nvSpPr>
        <p:spPr>
          <a:xfrm xmlns:a="http://schemas.openxmlformats.org/drawingml/2006/main">
            <a:off x="12548062" y="6566466"/>
            <a:ext cx="4264429"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0">
                <a:solidFill>
                  <a:srgbClr val="182028"/>
                </a:solidFill>
                <a:latin typeface="Instrument Sans"/>
                <a:ea typeface="Instrument Sans"/>
                <a:cs typeface="Instrument Sans"/>
              </a:defRPr>
            </a:defPPr>
            <a:lvl1pPr>
              <a:buNone/>
              <a:defRPr sz="1649" b="0">
                <a:solidFill>
                  <a:srgbClr val="182028"/>
                </a:solidFill>
                <a:latin typeface="Instrument Sans"/>
                <a:ea typeface="Instrument Sans"/>
                <a:cs typeface="Instrument Sans"/>
              </a:defRPr>
            </a:lvl1pPr>
            <a:lvl2pPr>
              <a:buNone/>
              <a:defRPr sz="1649" b="0">
                <a:solidFill>
                  <a:srgbClr val="182028"/>
                </a:solidFill>
                <a:latin typeface="Instrument Sans"/>
                <a:ea typeface="Instrument Sans"/>
                <a:cs typeface="Instrument Sans"/>
              </a:defRPr>
            </a:lvl2pPr>
            <a:lvl3pPr>
              <a:buNone/>
              <a:defRPr sz="1649" b="0">
                <a:solidFill>
                  <a:srgbClr val="182028"/>
                </a:solidFill>
                <a:latin typeface="Instrument Sans"/>
                <a:ea typeface="Instrument Sans"/>
                <a:cs typeface="Instrument Sans"/>
              </a:defRPr>
            </a:lvl3pPr>
            <a:lvl4pPr>
              <a:buNone/>
              <a:defRPr sz="1649" b="0">
                <a:solidFill>
                  <a:srgbClr val="182028"/>
                </a:solidFill>
                <a:latin typeface="Instrument Sans"/>
                <a:ea typeface="Instrument Sans"/>
                <a:cs typeface="Instrument Sans"/>
              </a:defRPr>
            </a:lvl4pPr>
            <a:lvl5pPr>
              <a:buNone/>
              <a:defRPr sz="1649" b="0">
                <a:solidFill>
                  <a:srgbClr val="182028"/>
                </a:solidFill>
                <a:latin typeface="Instrument Sans"/>
                <a:ea typeface="Instrument Sans"/>
                <a:cs typeface="Instrument Sans"/>
              </a:defRPr>
            </a:lvl5pPr>
            <a:lvl6pPr>
              <a:buNone/>
              <a:defRPr sz="1649" b="0">
                <a:solidFill>
                  <a:srgbClr val="182028"/>
                </a:solidFill>
                <a:latin typeface="Instrument Sans"/>
                <a:ea typeface="Instrument Sans"/>
                <a:cs typeface="Instrument Sans"/>
              </a:defRPr>
            </a:lvl6pPr>
            <a:lvl7pPr>
              <a:buNone/>
              <a:defRPr sz="1649" b="0">
                <a:solidFill>
                  <a:srgbClr val="182028"/>
                </a:solidFill>
                <a:latin typeface="Instrument Sans"/>
                <a:ea typeface="Instrument Sans"/>
                <a:cs typeface="Instrument Sans"/>
              </a:defRPr>
            </a:lvl7pPr>
            <a:lvl8pPr>
              <a:buNone/>
              <a:defRPr sz="1649" b="0">
                <a:solidFill>
                  <a:srgbClr val="182028"/>
                </a:solidFill>
                <a:latin typeface="Instrument Sans"/>
                <a:ea typeface="Instrument Sans"/>
                <a:cs typeface="Instrument Sans"/>
              </a:defRPr>
            </a:lvl8pPr>
            <a:lvl9pPr>
              <a:buNone/>
              <a:defRPr sz="1649" b="0">
                <a:solidFill>
                  <a:srgbClr val="182028"/>
                </a:solidFill>
                <a:latin typeface="Instrument Sans"/>
                <a:ea typeface="Instrument Sans"/>
                <a:cs typeface="Instrument Sans"/>
              </a:defRPr>
            </a:lvl9pPr>
          </a:lstStyle>
          <a:p xmlns:a="http://schemas.openxmlformats.org/drawingml/2006/main">
            <a:pPr>
              <a:buNone/>
              <a:defRPr sz="1649" b="0">
                <a:solidFill>
                  <a:srgbClr val="182028"/>
                </a:solidFill>
                <a:latin typeface="Instrument Sans"/>
                <a:ea typeface="Instrument Sans"/>
                <a:cs typeface="Instrument Sans"/>
              </a:defRPr>
            </a:pPr>
            <a:r>
              <a:rPr sz="1649" b="0">
                <a:solidFill>
                  <a:srgbClr val="182028"/>
                </a:solidFill>
                <a:latin typeface="Instrument Sans"/>
                <a:ea typeface="Instrument Sans"/>
                <a:cs typeface="Instrument Sans"/>
              </a:rPr>
              <a:t>Credential roots &amp; revocation</a:t>
            </a:r>
          </a:p>
        </p:txBody>
      </p:sp>
      <p:sp>
        <p:nvSpPr>
          <p:cNvPr id="231" name="Architecture label: Groth16 proof verifier">
            <a:extLst xmlns:a="http://schemas.openxmlformats.org/drawingml/2006/main">
              <a:ext uri="{FF2B5EF4-FFF2-40B4-BE49-F238E27FC236}">
                <a16:creationId xmlns:a16="http://schemas.microsoft.com/office/drawing/2014/main" id="{921612F8-145D-45F8-8EFD-97598DF48812}"/>
              </a:ext>
            </a:extLst>
          </p:cNvPr>
          <p:cNvSpPr>
            <a:spLocks xmlns:a="http://schemas.openxmlformats.org/drawingml/2006/main" noGrp="1"/>
          </p:cNvSpPr>
          <p:nvPr/>
        </p:nvSpPr>
        <p:spPr>
          <a:xfrm xmlns:a="http://schemas.openxmlformats.org/drawingml/2006/main">
            <a:off x="12548062" y="6948020"/>
            <a:ext cx="4264429"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0">
                <a:solidFill>
                  <a:srgbClr val="182028"/>
                </a:solidFill>
                <a:latin typeface="Instrument Sans"/>
                <a:ea typeface="Instrument Sans"/>
                <a:cs typeface="Instrument Sans"/>
              </a:defRPr>
            </a:defPPr>
            <a:lvl1pPr>
              <a:buNone/>
              <a:defRPr sz="1649" b="0">
                <a:solidFill>
                  <a:srgbClr val="182028"/>
                </a:solidFill>
                <a:latin typeface="Instrument Sans"/>
                <a:ea typeface="Instrument Sans"/>
                <a:cs typeface="Instrument Sans"/>
              </a:defRPr>
            </a:lvl1pPr>
            <a:lvl2pPr>
              <a:buNone/>
              <a:defRPr sz="1649" b="0">
                <a:solidFill>
                  <a:srgbClr val="182028"/>
                </a:solidFill>
                <a:latin typeface="Instrument Sans"/>
                <a:ea typeface="Instrument Sans"/>
                <a:cs typeface="Instrument Sans"/>
              </a:defRPr>
            </a:lvl2pPr>
            <a:lvl3pPr>
              <a:buNone/>
              <a:defRPr sz="1649" b="0">
                <a:solidFill>
                  <a:srgbClr val="182028"/>
                </a:solidFill>
                <a:latin typeface="Instrument Sans"/>
                <a:ea typeface="Instrument Sans"/>
                <a:cs typeface="Instrument Sans"/>
              </a:defRPr>
            </a:lvl3pPr>
            <a:lvl4pPr>
              <a:buNone/>
              <a:defRPr sz="1649" b="0">
                <a:solidFill>
                  <a:srgbClr val="182028"/>
                </a:solidFill>
                <a:latin typeface="Instrument Sans"/>
                <a:ea typeface="Instrument Sans"/>
                <a:cs typeface="Instrument Sans"/>
              </a:defRPr>
            </a:lvl4pPr>
            <a:lvl5pPr>
              <a:buNone/>
              <a:defRPr sz="1649" b="0">
                <a:solidFill>
                  <a:srgbClr val="182028"/>
                </a:solidFill>
                <a:latin typeface="Instrument Sans"/>
                <a:ea typeface="Instrument Sans"/>
                <a:cs typeface="Instrument Sans"/>
              </a:defRPr>
            </a:lvl5pPr>
            <a:lvl6pPr>
              <a:buNone/>
              <a:defRPr sz="1649" b="0">
                <a:solidFill>
                  <a:srgbClr val="182028"/>
                </a:solidFill>
                <a:latin typeface="Instrument Sans"/>
                <a:ea typeface="Instrument Sans"/>
                <a:cs typeface="Instrument Sans"/>
              </a:defRPr>
            </a:lvl6pPr>
            <a:lvl7pPr>
              <a:buNone/>
              <a:defRPr sz="1649" b="0">
                <a:solidFill>
                  <a:srgbClr val="182028"/>
                </a:solidFill>
                <a:latin typeface="Instrument Sans"/>
                <a:ea typeface="Instrument Sans"/>
                <a:cs typeface="Instrument Sans"/>
              </a:defRPr>
            </a:lvl7pPr>
            <a:lvl8pPr>
              <a:buNone/>
              <a:defRPr sz="1649" b="0">
                <a:solidFill>
                  <a:srgbClr val="182028"/>
                </a:solidFill>
                <a:latin typeface="Instrument Sans"/>
                <a:ea typeface="Instrument Sans"/>
                <a:cs typeface="Instrument Sans"/>
              </a:defRPr>
            </a:lvl8pPr>
            <a:lvl9pPr>
              <a:buNone/>
              <a:defRPr sz="1649" b="0">
                <a:solidFill>
                  <a:srgbClr val="182028"/>
                </a:solidFill>
                <a:latin typeface="Instrument Sans"/>
                <a:ea typeface="Instrument Sans"/>
                <a:cs typeface="Instrument Sans"/>
              </a:defRPr>
            </a:lvl9pPr>
          </a:lstStyle>
          <a:p xmlns:a="http://schemas.openxmlformats.org/drawingml/2006/main">
            <a:pPr>
              <a:buNone/>
              <a:defRPr sz="1649" b="0">
                <a:solidFill>
                  <a:srgbClr val="182028"/>
                </a:solidFill>
                <a:latin typeface="Instrument Sans"/>
                <a:ea typeface="Instrument Sans"/>
                <a:cs typeface="Instrument Sans"/>
              </a:defRPr>
            </a:pPr>
            <a:r>
              <a:rPr sz="1649" b="0">
                <a:solidFill>
                  <a:srgbClr val="182028"/>
                </a:solidFill>
                <a:latin typeface="Instrument Sans"/>
                <a:ea typeface="Instrument Sans"/>
                <a:cs typeface="Instrument Sans"/>
              </a:rPr>
              <a:t>Groth16 proof verifier</a:t>
            </a:r>
          </a:p>
        </p:txBody>
      </p:sp>
      <p:sp>
        <p:nvSpPr>
          <p:cNvPr id="232" name="Architecture label: Buyer + seller qualification">
            <a:extLst xmlns:a="http://schemas.openxmlformats.org/drawingml/2006/main">
              <a:ext uri="{FF2B5EF4-FFF2-40B4-BE49-F238E27FC236}">
                <a16:creationId xmlns:a16="http://schemas.microsoft.com/office/drawing/2014/main" id="{374420A7-BDC4-4A4F-8173-66CC3DE7CB4E}"/>
              </a:ext>
            </a:extLst>
          </p:cNvPr>
          <p:cNvSpPr>
            <a:spLocks xmlns:a="http://schemas.openxmlformats.org/drawingml/2006/main" noGrp="1"/>
          </p:cNvSpPr>
          <p:nvPr/>
        </p:nvSpPr>
        <p:spPr>
          <a:xfrm xmlns:a="http://schemas.openxmlformats.org/drawingml/2006/main">
            <a:off x="12548062" y="7329574"/>
            <a:ext cx="4264429"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0">
                <a:solidFill>
                  <a:srgbClr val="182028"/>
                </a:solidFill>
                <a:latin typeface="Instrument Sans"/>
                <a:ea typeface="Instrument Sans"/>
                <a:cs typeface="Instrument Sans"/>
              </a:defRPr>
            </a:defPPr>
            <a:lvl1pPr>
              <a:buNone/>
              <a:defRPr sz="1649" b="0">
                <a:solidFill>
                  <a:srgbClr val="182028"/>
                </a:solidFill>
                <a:latin typeface="Instrument Sans"/>
                <a:ea typeface="Instrument Sans"/>
                <a:cs typeface="Instrument Sans"/>
              </a:defRPr>
            </a:lvl1pPr>
            <a:lvl2pPr>
              <a:buNone/>
              <a:defRPr sz="1649" b="0">
                <a:solidFill>
                  <a:srgbClr val="182028"/>
                </a:solidFill>
                <a:latin typeface="Instrument Sans"/>
                <a:ea typeface="Instrument Sans"/>
                <a:cs typeface="Instrument Sans"/>
              </a:defRPr>
            </a:lvl2pPr>
            <a:lvl3pPr>
              <a:buNone/>
              <a:defRPr sz="1649" b="0">
                <a:solidFill>
                  <a:srgbClr val="182028"/>
                </a:solidFill>
                <a:latin typeface="Instrument Sans"/>
                <a:ea typeface="Instrument Sans"/>
                <a:cs typeface="Instrument Sans"/>
              </a:defRPr>
            </a:lvl3pPr>
            <a:lvl4pPr>
              <a:buNone/>
              <a:defRPr sz="1649" b="0">
                <a:solidFill>
                  <a:srgbClr val="182028"/>
                </a:solidFill>
                <a:latin typeface="Instrument Sans"/>
                <a:ea typeface="Instrument Sans"/>
                <a:cs typeface="Instrument Sans"/>
              </a:defRPr>
            </a:lvl4pPr>
            <a:lvl5pPr>
              <a:buNone/>
              <a:defRPr sz="1649" b="0">
                <a:solidFill>
                  <a:srgbClr val="182028"/>
                </a:solidFill>
                <a:latin typeface="Instrument Sans"/>
                <a:ea typeface="Instrument Sans"/>
                <a:cs typeface="Instrument Sans"/>
              </a:defRPr>
            </a:lvl5pPr>
            <a:lvl6pPr>
              <a:buNone/>
              <a:defRPr sz="1649" b="0">
                <a:solidFill>
                  <a:srgbClr val="182028"/>
                </a:solidFill>
                <a:latin typeface="Instrument Sans"/>
                <a:ea typeface="Instrument Sans"/>
                <a:cs typeface="Instrument Sans"/>
              </a:defRPr>
            </a:lvl6pPr>
            <a:lvl7pPr>
              <a:buNone/>
              <a:defRPr sz="1649" b="0">
                <a:solidFill>
                  <a:srgbClr val="182028"/>
                </a:solidFill>
                <a:latin typeface="Instrument Sans"/>
                <a:ea typeface="Instrument Sans"/>
                <a:cs typeface="Instrument Sans"/>
              </a:defRPr>
            </a:lvl7pPr>
            <a:lvl8pPr>
              <a:buNone/>
              <a:defRPr sz="1649" b="0">
                <a:solidFill>
                  <a:srgbClr val="182028"/>
                </a:solidFill>
                <a:latin typeface="Instrument Sans"/>
                <a:ea typeface="Instrument Sans"/>
                <a:cs typeface="Instrument Sans"/>
              </a:defRPr>
            </a:lvl8pPr>
            <a:lvl9pPr>
              <a:buNone/>
              <a:defRPr sz="1649" b="0">
                <a:solidFill>
                  <a:srgbClr val="182028"/>
                </a:solidFill>
                <a:latin typeface="Instrument Sans"/>
                <a:ea typeface="Instrument Sans"/>
                <a:cs typeface="Instrument Sans"/>
              </a:defRPr>
            </a:lvl9pPr>
          </a:lstStyle>
          <a:p xmlns:a="http://schemas.openxmlformats.org/drawingml/2006/main">
            <a:pPr>
              <a:buNone/>
              <a:defRPr sz="1649" b="0">
                <a:solidFill>
                  <a:srgbClr val="182028"/>
                </a:solidFill>
                <a:latin typeface="Instrument Sans"/>
                <a:ea typeface="Instrument Sans"/>
                <a:cs typeface="Instrument Sans"/>
              </a:defRPr>
            </a:pPr>
            <a:r>
              <a:rPr sz="1649" b="0">
                <a:solidFill>
                  <a:srgbClr val="182028"/>
                </a:solidFill>
                <a:latin typeface="Instrument Sans"/>
                <a:ea typeface="Instrument Sans"/>
                <a:cs typeface="Instrument Sans"/>
              </a:rPr>
              <a:t>Buyer + seller qualification</a:t>
            </a:r>
          </a:p>
        </p:txBody>
      </p:sp>
      <p:sp>
        <p:nvSpPr>
          <p:cNvPr id="233" name="Architecture label: Deal consent &amp; audit receipts">
            <a:extLst xmlns:a="http://schemas.openxmlformats.org/drawingml/2006/main">
              <a:ext uri="{FF2B5EF4-FFF2-40B4-BE49-F238E27FC236}">
                <a16:creationId xmlns:a16="http://schemas.microsoft.com/office/drawing/2014/main" id="{FD0A8AF8-307B-4B1C-A26F-22436D03C64E}"/>
              </a:ext>
            </a:extLst>
          </p:cNvPr>
          <p:cNvSpPr>
            <a:spLocks xmlns:a="http://schemas.openxmlformats.org/drawingml/2006/main" noGrp="1"/>
          </p:cNvSpPr>
          <p:nvPr/>
        </p:nvSpPr>
        <p:spPr>
          <a:xfrm xmlns:a="http://schemas.openxmlformats.org/drawingml/2006/main">
            <a:off x="12548062" y="7711128"/>
            <a:ext cx="4264429"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0">
                <a:solidFill>
                  <a:srgbClr val="182028"/>
                </a:solidFill>
                <a:latin typeface="Instrument Sans"/>
                <a:ea typeface="Instrument Sans"/>
                <a:cs typeface="Instrument Sans"/>
              </a:defRPr>
            </a:defPPr>
            <a:lvl1pPr>
              <a:buNone/>
              <a:defRPr sz="1649" b="0">
                <a:solidFill>
                  <a:srgbClr val="182028"/>
                </a:solidFill>
                <a:latin typeface="Instrument Sans"/>
                <a:ea typeface="Instrument Sans"/>
                <a:cs typeface="Instrument Sans"/>
              </a:defRPr>
            </a:lvl1pPr>
            <a:lvl2pPr>
              <a:buNone/>
              <a:defRPr sz="1649" b="0">
                <a:solidFill>
                  <a:srgbClr val="182028"/>
                </a:solidFill>
                <a:latin typeface="Instrument Sans"/>
                <a:ea typeface="Instrument Sans"/>
                <a:cs typeface="Instrument Sans"/>
              </a:defRPr>
            </a:lvl2pPr>
            <a:lvl3pPr>
              <a:buNone/>
              <a:defRPr sz="1649" b="0">
                <a:solidFill>
                  <a:srgbClr val="182028"/>
                </a:solidFill>
                <a:latin typeface="Instrument Sans"/>
                <a:ea typeface="Instrument Sans"/>
                <a:cs typeface="Instrument Sans"/>
              </a:defRPr>
            </a:lvl3pPr>
            <a:lvl4pPr>
              <a:buNone/>
              <a:defRPr sz="1649" b="0">
                <a:solidFill>
                  <a:srgbClr val="182028"/>
                </a:solidFill>
                <a:latin typeface="Instrument Sans"/>
                <a:ea typeface="Instrument Sans"/>
                <a:cs typeface="Instrument Sans"/>
              </a:defRPr>
            </a:lvl4pPr>
            <a:lvl5pPr>
              <a:buNone/>
              <a:defRPr sz="1649" b="0">
                <a:solidFill>
                  <a:srgbClr val="182028"/>
                </a:solidFill>
                <a:latin typeface="Instrument Sans"/>
                <a:ea typeface="Instrument Sans"/>
                <a:cs typeface="Instrument Sans"/>
              </a:defRPr>
            </a:lvl5pPr>
            <a:lvl6pPr>
              <a:buNone/>
              <a:defRPr sz="1649" b="0">
                <a:solidFill>
                  <a:srgbClr val="182028"/>
                </a:solidFill>
                <a:latin typeface="Instrument Sans"/>
                <a:ea typeface="Instrument Sans"/>
                <a:cs typeface="Instrument Sans"/>
              </a:defRPr>
            </a:lvl6pPr>
            <a:lvl7pPr>
              <a:buNone/>
              <a:defRPr sz="1649" b="0">
                <a:solidFill>
                  <a:srgbClr val="182028"/>
                </a:solidFill>
                <a:latin typeface="Instrument Sans"/>
                <a:ea typeface="Instrument Sans"/>
                <a:cs typeface="Instrument Sans"/>
              </a:defRPr>
            </a:lvl7pPr>
            <a:lvl8pPr>
              <a:buNone/>
              <a:defRPr sz="1649" b="0">
                <a:solidFill>
                  <a:srgbClr val="182028"/>
                </a:solidFill>
                <a:latin typeface="Instrument Sans"/>
                <a:ea typeface="Instrument Sans"/>
                <a:cs typeface="Instrument Sans"/>
              </a:defRPr>
            </a:lvl8pPr>
            <a:lvl9pPr>
              <a:buNone/>
              <a:defRPr sz="1649" b="0">
                <a:solidFill>
                  <a:srgbClr val="182028"/>
                </a:solidFill>
                <a:latin typeface="Instrument Sans"/>
                <a:ea typeface="Instrument Sans"/>
                <a:cs typeface="Instrument Sans"/>
              </a:defRPr>
            </a:lvl9pPr>
          </a:lstStyle>
          <a:p xmlns:a="http://schemas.openxmlformats.org/drawingml/2006/main">
            <a:pPr>
              <a:buNone/>
              <a:defRPr sz="1649" b="0">
                <a:solidFill>
                  <a:srgbClr val="182028"/>
                </a:solidFill>
                <a:latin typeface="Instrument Sans"/>
                <a:ea typeface="Instrument Sans"/>
                <a:cs typeface="Instrument Sans"/>
              </a:defRPr>
            </a:pPr>
            <a:r>
              <a:rPr sz="1649" b="0">
                <a:solidFill>
                  <a:srgbClr val="182028"/>
                </a:solidFill>
                <a:latin typeface="Instrument Sans"/>
                <a:ea typeface="Instrument Sans"/>
                <a:cs typeface="Instrument Sans"/>
              </a:rPr>
              <a:t>Deal consent &amp; audit receipts</a:t>
            </a:r>
          </a:p>
        </p:txBody>
      </p:sp>
      <p:sp>
        <p:nvSpPr>
          <p:cNvPr id="234" name="Architecture label: API">
            <a:extLst xmlns:a="http://schemas.openxmlformats.org/drawingml/2006/main">
              <a:ext uri="{FF2B5EF4-FFF2-40B4-BE49-F238E27FC236}">
                <a16:creationId xmlns:a16="http://schemas.microsoft.com/office/drawing/2014/main" id="{8DF5CC68-8454-4656-8F17-3E9DBE183BF4}"/>
              </a:ext>
            </a:extLst>
          </p:cNvPr>
          <p:cNvSpPr>
            <a:spLocks xmlns:a="http://schemas.openxmlformats.org/drawingml/2006/main" noGrp="1"/>
          </p:cNvSpPr>
          <p:nvPr/>
        </p:nvSpPr>
        <p:spPr>
          <a:xfrm xmlns:a="http://schemas.openxmlformats.org/drawingml/2006/main">
            <a:off x="3682538" y="6454244"/>
            <a:ext cx="748145" cy="2992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73" b="0">
                <a:solidFill>
                  <a:srgbClr val="182028"/>
                </a:solidFill>
                <a:latin typeface="Instrument Sans"/>
                <a:ea typeface="Instrument Sans"/>
                <a:cs typeface="Instrument Sans"/>
              </a:defRPr>
            </a:defPPr>
            <a:lvl1pPr>
              <a:buNone/>
              <a:defRPr sz="1473" b="0">
                <a:solidFill>
                  <a:srgbClr val="182028"/>
                </a:solidFill>
                <a:latin typeface="Instrument Sans"/>
                <a:ea typeface="Instrument Sans"/>
                <a:cs typeface="Instrument Sans"/>
              </a:defRPr>
            </a:lvl1pPr>
            <a:lvl2pPr>
              <a:buNone/>
              <a:defRPr sz="1473" b="0">
                <a:solidFill>
                  <a:srgbClr val="182028"/>
                </a:solidFill>
                <a:latin typeface="Instrument Sans"/>
                <a:ea typeface="Instrument Sans"/>
                <a:cs typeface="Instrument Sans"/>
              </a:defRPr>
            </a:lvl2pPr>
            <a:lvl3pPr>
              <a:buNone/>
              <a:defRPr sz="1473" b="0">
                <a:solidFill>
                  <a:srgbClr val="182028"/>
                </a:solidFill>
                <a:latin typeface="Instrument Sans"/>
                <a:ea typeface="Instrument Sans"/>
                <a:cs typeface="Instrument Sans"/>
              </a:defRPr>
            </a:lvl3pPr>
            <a:lvl4pPr>
              <a:buNone/>
              <a:defRPr sz="1473" b="0">
                <a:solidFill>
                  <a:srgbClr val="182028"/>
                </a:solidFill>
                <a:latin typeface="Instrument Sans"/>
                <a:ea typeface="Instrument Sans"/>
                <a:cs typeface="Instrument Sans"/>
              </a:defRPr>
            </a:lvl4pPr>
            <a:lvl5pPr>
              <a:buNone/>
              <a:defRPr sz="1473" b="0">
                <a:solidFill>
                  <a:srgbClr val="182028"/>
                </a:solidFill>
                <a:latin typeface="Instrument Sans"/>
                <a:ea typeface="Instrument Sans"/>
                <a:cs typeface="Instrument Sans"/>
              </a:defRPr>
            </a:lvl5pPr>
            <a:lvl6pPr>
              <a:buNone/>
              <a:defRPr sz="1473" b="0">
                <a:solidFill>
                  <a:srgbClr val="182028"/>
                </a:solidFill>
                <a:latin typeface="Instrument Sans"/>
                <a:ea typeface="Instrument Sans"/>
                <a:cs typeface="Instrument Sans"/>
              </a:defRPr>
            </a:lvl6pPr>
            <a:lvl7pPr>
              <a:buNone/>
              <a:defRPr sz="1473" b="0">
                <a:solidFill>
                  <a:srgbClr val="182028"/>
                </a:solidFill>
                <a:latin typeface="Instrument Sans"/>
                <a:ea typeface="Instrument Sans"/>
                <a:cs typeface="Instrument Sans"/>
              </a:defRPr>
            </a:lvl7pPr>
            <a:lvl8pPr>
              <a:buNone/>
              <a:defRPr sz="1473" b="0">
                <a:solidFill>
                  <a:srgbClr val="182028"/>
                </a:solidFill>
                <a:latin typeface="Instrument Sans"/>
                <a:ea typeface="Instrument Sans"/>
                <a:cs typeface="Instrument Sans"/>
              </a:defRPr>
            </a:lvl8pPr>
            <a:lvl9pPr>
              <a:buNone/>
              <a:defRPr sz="1473" b="0">
                <a:solidFill>
                  <a:srgbClr val="182028"/>
                </a:solidFill>
                <a:latin typeface="Instrument Sans"/>
                <a:ea typeface="Instrument Sans"/>
                <a:cs typeface="Instrument Sans"/>
              </a:defRPr>
            </a:lvl9pPr>
          </a:lstStyle>
          <a:p xmlns:a="http://schemas.openxmlformats.org/drawingml/2006/main">
            <a:pPr>
              <a:buNone/>
              <a:defRPr sz="1473" b="0">
                <a:solidFill>
                  <a:srgbClr val="182028"/>
                </a:solidFill>
                <a:latin typeface="Instrument Sans"/>
                <a:ea typeface="Instrument Sans"/>
                <a:cs typeface="Instrument Sans"/>
              </a:defRPr>
            </a:pPr>
            <a:r>
              <a:rPr sz="1473" b="0">
                <a:solidFill>
                  <a:srgbClr val="182028"/>
                </a:solidFill>
                <a:latin typeface="Instrument Sans"/>
                <a:ea typeface="Instrument Sans"/>
                <a:cs typeface="Instrument Sans"/>
              </a:rPr>
              <a:t>API</a:t>
            </a:r>
          </a:p>
        </p:txBody>
      </p:sp>
      <p:sp>
        <p:nvSpPr>
          <p:cNvPr id="235" name="Architecture label: Verified evidence">
            <a:extLst xmlns:a="http://schemas.openxmlformats.org/drawingml/2006/main">
              <a:ext uri="{FF2B5EF4-FFF2-40B4-BE49-F238E27FC236}">
                <a16:creationId xmlns:a16="http://schemas.microsoft.com/office/drawing/2014/main" id="{23CA2866-DDDC-4AC5-AB95-C1B330D427B3}"/>
              </a:ext>
            </a:extLst>
          </p:cNvPr>
          <p:cNvSpPr>
            <a:spLocks xmlns:a="http://schemas.openxmlformats.org/drawingml/2006/main" noGrp="1"/>
          </p:cNvSpPr>
          <p:nvPr/>
        </p:nvSpPr>
        <p:spPr>
          <a:xfrm xmlns:a="http://schemas.openxmlformats.org/drawingml/2006/main">
            <a:off x="8021782" y="5257211"/>
            <a:ext cx="2618509"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0">
                <a:solidFill>
                  <a:srgbClr val="182028"/>
                </a:solidFill>
                <a:latin typeface="Instrument Sans"/>
                <a:ea typeface="Instrument Sans"/>
                <a:cs typeface="Instrument Sans"/>
              </a:defRPr>
            </a:defPPr>
            <a:lvl1pPr>
              <a:buNone/>
              <a:defRPr sz="1591" b="0">
                <a:solidFill>
                  <a:srgbClr val="182028"/>
                </a:solidFill>
                <a:latin typeface="Instrument Sans"/>
                <a:ea typeface="Instrument Sans"/>
                <a:cs typeface="Instrument Sans"/>
              </a:defRPr>
            </a:lvl1pPr>
            <a:lvl2pPr>
              <a:buNone/>
              <a:defRPr sz="1591" b="0">
                <a:solidFill>
                  <a:srgbClr val="182028"/>
                </a:solidFill>
                <a:latin typeface="Instrument Sans"/>
                <a:ea typeface="Instrument Sans"/>
                <a:cs typeface="Instrument Sans"/>
              </a:defRPr>
            </a:lvl2pPr>
            <a:lvl3pPr>
              <a:buNone/>
              <a:defRPr sz="1591" b="0">
                <a:solidFill>
                  <a:srgbClr val="182028"/>
                </a:solidFill>
                <a:latin typeface="Instrument Sans"/>
                <a:ea typeface="Instrument Sans"/>
                <a:cs typeface="Instrument Sans"/>
              </a:defRPr>
            </a:lvl3pPr>
            <a:lvl4pPr>
              <a:buNone/>
              <a:defRPr sz="1591" b="0">
                <a:solidFill>
                  <a:srgbClr val="182028"/>
                </a:solidFill>
                <a:latin typeface="Instrument Sans"/>
                <a:ea typeface="Instrument Sans"/>
                <a:cs typeface="Instrument Sans"/>
              </a:defRPr>
            </a:lvl4pPr>
            <a:lvl5pPr>
              <a:buNone/>
              <a:defRPr sz="1591" b="0">
                <a:solidFill>
                  <a:srgbClr val="182028"/>
                </a:solidFill>
                <a:latin typeface="Instrument Sans"/>
                <a:ea typeface="Instrument Sans"/>
                <a:cs typeface="Instrument Sans"/>
              </a:defRPr>
            </a:lvl5pPr>
            <a:lvl6pPr>
              <a:buNone/>
              <a:defRPr sz="1591" b="0">
                <a:solidFill>
                  <a:srgbClr val="182028"/>
                </a:solidFill>
                <a:latin typeface="Instrument Sans"/>
                <a:ea typeface="Instrument Sans"/>
                <a:cs typeface="Instrument Sans"/>
              </a:defRPr>
            </a:lvl6pPr>
            <a:lvl7pPr>
              <a:buNone/>
              <a:defRPr sz="1591" b="0">
                <a:solidFill>
                  <a:srgbClr val="182028"/>
                </a:solidFill>
                <a:latin typeface="Instrument Sans"/>
                <a:ea typeface="Instrument Sans"/>
                <a:cs typeface="Instrument Sans"/>
              </a:defRPr>
            </a:lvl7pPr>
            <a:lvl8pPr>
              <a:buNone/>
              <a:defRPr sz="1591" b="0">
                <a:solidFill>
                  <a:srgbClr val="182028"/>
                </a:solidFill>
                <a:latin typeface="Instrument Sans"/>
                <a:ea typeface="Instrument Sans"/>
                <a:cs typeface="Instrument Sans"/>
              </a:defRPr>
            </a:lvl8pPr>
            <a:lvl9pPr>
              <a:buNone/>
              <a:defRPr sz="1591" b="0">
                <a:solidFill>
                  <a:srgbClr val="182028"/>
                </a:solidFill>
                <a:latin typeface="Instrument Sans"/>
                <a:ea typeface="Instrument Sans"/>
                <a:cs typeface="Instrument Sans"/>
              </a:defRPr>
            </a:lvl9pPr>
          </a:lstStyle>
          <a:p xmlns:a="http://schemas.openxmlformats.org/drawingml/2006/main">
            <a:pPr>
              <a:buNone/>
              <a:defRPr sz="1591" b="0">
                <a:solidFill>
                  <a:srgbClr val="182028"/>
                </a:solidFill>
                <a:latin typeface="Instrument Sans"/>
                <a:ea typeface="Instrument Sans"/>
                <a:cs typeface="Instrument Sans"/>
              </a:defRPr>
            </a:pPr>
            <a:r>
              <a:rPr sz="1591" b="0">
                <a:solidFill>
                  <a:srgbClr val="182028"/>
                </a:solidFill>
                <a:latin typeface="Instrument Sans"/>
                <a:ea typeface="Instrument Sans"/>
                <a:cs typeface="Instrument Sans"/>
              </a:rPr>
              <a:t>Verified evidence</a:t>
            </a:r>
          </a:p>
        </p:txBody>
      </p:sp>
      <p:sp>
        <p:nvSpPr>
          <p:cNvPr id="236" name="Architecture label: Proof">
            <a:extLst xmlns:a="http://schemas.openxmlformats.org/drawingml/2006/main">
              <a:ext uri="{FF2B5EF4-FFF2-40B4-BE49-F238E27FC236}">
                <a16:creationId xmlns:a16="http://schemas.microsoft.com/office/drawing/2014/main" id="{FA9E112A-944C-41E8-A3FE-9D3CA45C4B98}"/>
              </a:ext>
            </a:extLst>
          </p:cNvPr>
          <p:cNvSpPr>
            <a:spLocks xmlns:a="http://schemas.openxmlformats.org/drawingml/2006/main" noGrp="1"/>
          </p:cNvSpPr>
          <p:nvPr/>
        </p:nvSpPr>
        <p:spPr>
          <a:xfrm xmlns:a="http://schemas.openxmlformats.org/drawingml/2006/main">
            <a:off x="14844868" y="5474173"/>
            <a:ext cx="1795549" cy="2992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32" b="0">
                <a:solidFill>
                  <a:srgbClr val="182028"/>
                </a:solidFill>
                <a:latin typeface="Instrument Sans"/>
                <a:ea typeface="Instrument Sans"/>
                <a:cs typeface="Instrument Sans"/>
              </a:defRPr>
            </a:defPPr>
            <a:lvl1pPr>
              <a:buNone/>
              <a:defRPr sz="1532" b="0">
                <a:solidFill>
                  <a:srgbClr val="182028"/>
                </a:solidFill>
                <a:latin typeface="Instrument Sans"/>
                <a:ea typeface="Instrument Sans"/>
                <a:cs typeface="Instrument Sans"/>
              </a:defRPr>
            </a:lvl1pPr>
            <a:lvl2pPr>
              <a:buNone/>
              <a:defRPr sz="1532" b="0">
                <a:solidFill>
                  <a:srgbClr val="182028"/>
                </a:solidFill>
                <a:latin typeface="Instrument Sans"/>
                <a:ea typeface="Instrument Sans"/>
                <a:cs typeface="Instrument Sans"/>
              </a:defRPr>
            </a:lvl2pPr>
            <a:lvl3pPr>
              <a:buNone/>
              <a:defRPr sz="1532" b="0">
                <a:solidFill>
                  <a:srgbClr val="182028"/>
                </a:solidFill>
                <a:latin typeface="Instrument Sans"/>
                <a:ea typeface="Instrument Sans"/>
                <a:cs typeface="Instrument Sans"/>
              </a:defRPr>
            </a:lvl3pPr>
            <a:lvl4pPr>
              <a:buNone/>
              <a:defRPr sz="1532" b="0">
                <a:solidFill>
                  <a:srgbClr val="182028"/>
                </a:solidFill>
                <a:latin typeface="Instrument Sans"/>
                <a:ea typeface="Instrument Sans"/>
                <a:cs typeface="Instrument Sans"/>
              </a:defRPr>
            </a:lvl4pPr>
            <a:lvl5pPr>
              <a:buNone/>
              <a:defRPr sz="1532" b="0">
                <a:solidFill>
                  <a:srgbClr val="182028"/>
                </a:solidFill>
                <a:latin typeface="Instrument Sans"/>
                <a:ea typeface="Instrument Sans"/>
                <a:cs typeface="Instrument Sans"/>
              </a:defRPr>
            </a:lvl5pPr>
            <a:lvl6pPr>
              <a:buNone/>
              <a:defRPr sz="1532" b="0">
                <a:solidFill>
                  <a:srgbClr val="182028"/>
                </a:solidFill>
                <a:latin typeface="Instrument Sans"/>
                <a:ea typeface="Instrument Sans"/>
                <a:cs typeface="Instrument Sans"/>
              </a:defRPr>
            </a:lvl6pPr>
            <a:lvl7pPr>
              <a:buNone/>
              <a:defRPr sz="1532" b="0">
                <a:solidFill>
                  <a:srgbClr val="182028"/>
                </a:solidFill>
                <a:latin typeface="Instrument Sans"/>
                <a:ea typeface="Instrument Sans"/>
                <a:cs typeface="Instrument Sans"/>
              </a:defRPr>
            </a:lvl7pPr>
            <a:lvl8pPr>
              <a:buNone/>
              <a:defRPr sz="1532" b="0">
                <a:solidFill>
                  <a:srgbClr val="182028"/>
                </a:solidFill>
                <a:latin typeface="Instrument Sans"/>
                <a:ea typeface="Instrument Sans"/>
                <a:cs typeface="Instrument Sans"/>
              </a:defRPr>
            </a:lvl8pPr>
            <a:lvl9pPr>
              <a:buNone/>
              <a:defRPr sz="1532" b="0">
                <a:solidFill>
                  <a:srgbClr val="182028"/>
                </a:solidFill>
                <a:latin typeface="Instrument Sans"/>
                <a:ea typeface="Instrument Sans"/>
                <a:cs typeface="Instrument Sans"/>
              </a:defRPr>
            </a:lvl9pPr>
          </a:lstStyle>
          <a:p xmlns:a="http://schemas.openxmlformats.org/drawingml/2006/main">
            <a:pPr>
              <a:buNone/>
              <a:defRPr sz="1532" b="0">
                <a:solidFill>
                  <a:srgbClr val="182028"/>
                </a:solidFill>
                <a:latin typeface="Instrument Sans"/>
                <a:ea typeface="Instrument Sans"/>
                <a:cs typeface="Instrument Sans"/>
              </a:defRPr>
            </a:pPr>
            <a:r>
              <a:rPr sz="1532" b="0">
                <a:solidFill>
                  <a:srgbClr val="182028"/>
                </a:solidFill>
                <a:latin typeface="Instrument Sans"/>
                <a:ea typeface="Instrument Sans"/>
                <a:cs typeface="Instrument Sans"/>
              </a:rPr>
              <a:t>Proof</a:t>
            </a:r>
          </a:p>
        </p:txBody>
      </p:sp>
      <p:sp>
        <p:nvSpPr>
          <p:cNvPr id="237" name="Architecture label: Policy state">
            <a:extLst xmlns:a="http://schemas.openxmlformats.org/drawingml/2006/main">
              <a:ext uri="{FF2B5EF4-FFF2-40B4-BE49-F238E27FC236}">
                <a16:creationId xmlns:a16="http://schemas.microsoft.com/office/drawing/2014/main" id="{844100C6-F473-4E6E-86A8-0530DBADF5DD}"/>
              </a:ext>
            </a:extLst>
          </p:cNvPr>
          <p:cNvSpPr>
            <a:spLocks xmlns:a="http://schemas.openxmlformats.org/drawingml/2006/main" noGrp="1"/>
          </p:cNvSpPr>
          <p:nvPr/>
        </p:nvSpPr>
        <p:spPr>
          <a:xfrm xmlns:a="http://schemas.openxmlformats.org/drawingml/2006/main">
            <a:off x="11313622" y="6955501"/>
            <a:ext cx="935182" cy="2992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5" b="0">
                <a:solidFill>
                  <a:srgbClr val="182028"/>
                </a:solidFill>
                <a:latin typeface="Instrument Sans"/>
                <a:ea typeface="Instrument Sans"/>
                <a:cs typeface="Instrument Sans"/>
              </a:defRPr>
            </a:defPPr>
            <a:lvl1pPr>
              <a:buNone/>
              <a:defRPr sz="1355" b="0">
                <a:solidFill>
                  <a:srgbClr val="182028"/>
                </a:solidFill>
                <a:latin typeface="Instrument Sans"/>
                <a:ea typeface="Instrument Sans"/>
                <a:cs typeface="Instrument Sans"/>
              </a:defRPr>
            </a:lvl1pPr>
            <a:lvl2pPr>
              <a:buNone/>
              <a:defRPr sz="1355" b="0">
                <a:solidFill>
                  <a:srgbClr val="182028"/>
                </a:solidFill>
                <a:latin typeface="Instrument Sans"/>
                <a:ea typeface="Instrument Sans"/>
                <a:cs typeface="Instrument Sans"/>
              </a:defRPr>
            </a:lvl2pPr>
            <a:lvl3pPr>
              <a:buNone/>
              <a:defRPr sz="1355" b="0">
                <a:solidFill>
                  <a:srgbClr val="182028"/>
                </a:solidFill>
                <a:latin typeface="Instrument Sans"/>
                <a:ea typeface="Instrument Sans"/>
                <a:cs typeface="Instrument Sans"/>
              </a:defRPr>
            </a:lvl3pPr>
            <a:lvl4pPr>
              <a:buNone/>
              <a:defRPr sz="1355" b="0">
                <a:solidFill>
                  <a:srgbClr val="182028"/>
                </a:solidFill>
                <a:latin typeface="Instrument Sans"/>
                <a:ea typeface="Instrument Sans"/>
                <a:cs typeface="Instrument Sans"/>
              </a:defRPr>
            </a:lvl4pPr>
            <a:lvl5pPr>
              <a:buNone/>
              <a:defRPr sz="1355" b="0">
                <a:solidFill>
                  <a:srgbClr val="182028"/>
                </a:solidFill>
                <a:latin typeface="Instrument Sans"/>
                <a:ea typeface="Instrument Sans"/>
                <a:cs typeface="Instrument Sans"/>
              </a:defRPr>
            </a:lvl5pPr>
            <a:lvl6pPr>
              <a:buNone/>
              <a:defRPr sz="1355" b="0">
                <a:solidFill>
                  <a:srgbClr val="182028"/>
                </a:solidFill>
                <a:latin typeface="Instrument Sans"/>
                <a:ea typeface="Instrument Sans"/>
                <a:cs typeface="Instrument Sans"/>
              </a:defRPr>
            </a:lvl6pPr>
            <a:lvl7pPr>
              <a:buNone/>
              <a:defRPr sz="1355" b="0">
                <a:solidFill>
                  <a:srgbClr val="182028"/>
                </a:solidFill>
                <a:latin typeface="Instrument Sans"/>
                <a:ea typeface="Instrument Sans"/>
                <a:cs typeface="Instrument Sans"/>
              </a:defRPr>
            </a:lvl7pPr>
            <a:lvl8pPr>
              <a:buNone/>
              <a:defRPr sz="1355" b="0">
                <a:solidFill>
                  <a:srgbClr val="182028"/>
                </a:solidFill>
                <a:latin typeface="Instrument Sans"/>
                <a:ea typeface="Instrument Sans"/>
                <a:cs typeface="Instrument Sans"/>
              </a:defRPr>
            </a:lvl8pPr>
            <a:lvl9pPr>
              <a:buNone/>
              <a:defRPr sz="1355" b="0">
                <a:solidFill>
                  <a:srgbClr val="182028"/>
                </a:solidFill>
                <a:latin typeface="Instrument Sans"/>
                <a:ea typeface="Instrument Sans"/>
                <a:cs typeface="Instrument Sans"/>
              </a:defRPr>
            </a:lvl9pPr>
          </a:lstStyle>
          <a:p xmlns:a="http://schemas.openxmlformats.org/drawingml/2006/main">
            <a:pPr>
              <a:buNone/>
              <a:defRPr sz="1355" b="0">
                <a:solidFill>
                  <a:srgbClr val="182028"/>
                </a:solidFill>
                <a:latin typeface="Instrument Sans"/>
                <a:ea typeface="Instrument Sans"/>
                <a:cs typeface="Instrument Sans"/>
              </a:defRPr>
            </a:pPr>
            <a:r>
              <a:rPr sz="1355" b="0">
                <a:solidFill>
                  <a:srgbClr val="182028"/>
                </a:solidFill>
                <a:latin typeface="Instrument Sans"/>
                <a:ea typeface="Instrument Sans"/>
                <a:cs typeface="Instrument Sans"/>
              </a:rPr>
              <a:t>Policy state</a:t>
            </a:r>
          </a:p>
        </p:txBody>
      </p:sp>
      <p:sp>
        <p:nvSpPr>
          <p:cNvPr id="238" name="Architecture label: Private evidence stays offchain. Stellar checks proofs, credentials and consent.">
            <a:extLst xmlns:a="http://schemas.openxmlformats.org/drawingml/2006/main">
              <a:ext uri="{FF2B5EF4-FFF2-40B4-BE49-F238E27FC236}">
                <a16:creationId xmlns:a16="http://schemas.microsoft.com/office/drawing/2014/main" id="{332C9382-8F67-4360-BA78-C28B3D42515A}"/>
              </a:ext>
            </a:extLst>
          </p:cNvPr>
          <p:cNvSpPr>
            <a:spLocks xmlns:a="http://schemas.openxmlformats.org/drawingml/2006/main" noGrp="1"/>
          </p:cNvSpPr>
          <p:nvPr/>
        </p:nvSpPr>
        <p:spPr>
          <a:xfrm xmlns:a="http://schemas.openxmlformats.org/drawingml/2006/main">
            <a:off x="1213658" y="8638829"/>
            <a:ext cx="15860684" cy="3441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67" b="0">
                <a:solidFill>
                  <a:srgbClr val="182028"/>
                </a:solidFill>
                <a:latin typeface="Instrument Sans"/>
                <a:ea typeface="Instrument Sans"/>
                <a:cs typeface="Instrument Sans"/>
              </a:defRPr>
            </a:defPPr>
            <a:lvl1pPr>
              <a:buNone/>
              <a:defRPr sz="1767" b="0">
                <a:solidFill>
                  <a:srgbClr val="182028"/>
                </a:solidFill>
                <a:latin typeface="Instrument Sans"/>
                <a:ea typeface="Instrument Sans"/>
                <a:cs typeface="Instrument Sans"/>
              </a:defRPr>
            </a:lvl1pPr>
            <a:lvl2pPr>
              <a:buNone/>
              <a:defRPr sz="1767" b="0">
                <a:solidFill>
                  <a:srgbClr val="182028"/>
                </a:solidFill>
                <a:latin typeface="Instrument Sans"/>
                <a:ea typeface="Instrument Sans"/>
                <a:cs typeface="Instrument Sans"/>
              </a:defRPr>
            </a:lvl2pPr>
            <a:lvl3pPr>
              <a:buNone/>
              <a:defRPr sz="1767" b="0">
                <a:solidFill>
                  <a:srgbClr val="182028"/>
                </a:solidFill>
                <a:latin typeface="Instrument Sans"/>
                <a:ea typeface="Instrument Sans"/>
                <a:cs typeface="Instrument Sans"/>
              </a:defRPr>
            </a:lvl3pPr>
            <a:lvl4pPr>
              <a:buNone/>
              <a:defRPr sz="1767" b="0">
                <a:solidFill>
                  <a:srgbClr val="182028"/>
                </a:solidFill>
                <a:latin typeface="Instrument Sans"/>
                <a:ea typeface="Instrument Sans"/>
                <a:cs typeface="Instrument Sans"/>
              </a:defRPr>
            </a:lvl4pPr>
            <a:lvl5pPr>
              <a:buNone/>
              <a:defRPr sz="1767" b="0">
                <a:solidFill>
                  <a:srgbClr val="182028"/>
                </a:solidFill>
                <a:latin typeface="Instrument Sans"/>
                <a:ea typeface="Instrument Sans"/>
                <a:cs typeface="Instrument Sans"/>
              </a:defRPr>
            </a:lvl5pPr>
            <a:lvl6pPr>
              <a:buNone/>
              <a:defRPr sz="1767" b="0">
                <a:solidFill>
                  <a:srgbClr val="182028"/>
                </a:solidFill>
                <a:latin typeface="Instrument Sans"/>
                <a:ea typeface="Instrument Sans"/>
                <a:cs typeface="Instrument Sans"/>
              </a:defRPr>
            </a:lvl6pPr>
            <a:lvl7pPr>
              <a:buNone/>
              <a:defRPr sz="1767" b="0">
                <a:solidFill>
                  <a:srgbClr val="182028"/>
                </a:solidFill>
                <a:latin typeface="Instrument Sans"/>
                <a:ea typeface="Instrument Sans"/>
                <a:cs typeface="Instrument Sans"/>
              </a:defRPr>
            </a:lvl7pPr>
            <a:lvl8pPr>
              <a:buNone/>
              <a:defRPr sz="1767" b="0">
                <a:solidFill>
                  <a:srgbClr val="182028"/>
                </a:solidFill>
                <a:latin typeface="Instrument Sans"/>
                <a:ea typeface="Instrument Sans"/>
                <a:cs typeface="Instrument Sans"/>
              </a:defRPr>
            </a:lvl8pPr>
            <a:lvl9pPr>
              <a:buNone/>
              <a:defRPr sz="1767" b="0">
                <a:solidFill>
                  <a:srgbClr val="182028"/>
                </a:solidFill>
                <a:latin typeface="Instrument Sans"/>
                <a:ea typeface="Instrument Sans"/>
                <a:cs typeface="Instrument Sans"/>
              </a:defRPr>
            </a:lvl9pPr>
          </a:lstStyle>
          <a:p xmlns:a="http://schemas.openxmlformats.org/drawingml/2006/main">
            <a:pPr>
              <a:buNone/>
              <a:defRPr sz="1767" b="0">
                <a:solidFill>
                  <a:srgbClr val="182028"/>
                </a:solidFill>
                <a:latin typeface="Instrument Sans"/>
                <a:ea typeface="Instrument Sans"/>
                <a:cs typeface="Instrument Sans"/>
              </a:defRPr>
            </a:pPr>
            <a:r>
              <a:rPr sz="1767" b="0">
                <a:solidFill>
                  <a:srgbClr val="182028"/>
                </a:solidFill>
                <a:latin typeface="Instrument Sans"/>
                <a:ea typeface="Instrument Sans"/>
                <a:cs typeface="Instrument Sans"/>
              </a:rPr>
              <a:t>Private evidence stays offchain. Stellar checks proofs, credentials and consent.</a:t>
            </a:r>
          </a:p>
        </p:txBody>
      </p:sp>
    </p:spTree>
    <p:extLst>
      <p:ext uri="{BB962C8B-B14F-4D97-AF65-F5344CB8AC3E}">
        <p14:creationId xmlns:p14="http://schemas.microsoft.com/office/powerpoint/2010/main" val="697853663"/>
      </p:ext>
    </p:extLst>
  </p:cSld>
</p:sld>
</file>

<file path=ppt/slides/slide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72" name="Google Shape;172;p17">
            <a:extLst xmlns:a="http://schemas.openxmlformats.org/drawingml/2006/main">
              <a:ext uri="{FF2B5EF4-FFF2-40B4-BE49-F238E27FC236}">
                <a16:creationId xmlns:a16="http://schemas.microsoft.com/office/drawing/2014/main" id="{7D3EBED5-A39C-4D54-9B1B-2EE35C86EB96}"/>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73" name="Google Shape;173;p17">
            <a:extLst xmlns:a="http://schemas.openxmlformats.org/drawingml/2006/main">
              <a:ext uri="{FF2B5EF4-FFF2-40B4-BE49-F238E27FC236}">
                <a16:creationId xmlns:a16="http://schemas.microsoft.com/office/drawing/2014/main" id="{B6942BC0-7BB3-4ED3-BFA2-800719DEC8D5}"/>
              </a:ext>
            </a:extLst>
          </p:cNvPr>
          <p:cNvSpPr>
            <a:spLocks xmlns:a="http://schemas.openxmlformats.org/drawingml/2006/main" noGrp="1"/>
          </p:cNvSpPr>
          <p:nvPr/>
        </p:nvSpPr>
        <p:spPr>
          <a:xfrm xmlns:a="http://schemas.openxmlformats.org/drawingml/2006/main">
            <a:off x="9144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07 / 07</a:t>
            </a:r>
            <a:endParaRPr/>
          </a:p>
        </p:txBody>
      </p:sp>
      <p:sp>
        <p:nvSpPr>
          <p:cNvPr id="174" name="Google Shape;174;p17">
            <a:extLst xmlns:a="http://schemas.openxmlformats.org/drawingml/2006/main">
              <a:ext uri="{FF2B5EF4-FFF2-40B4-BE49-F238E27FC236}">
                <a16:creationId xmlns:a16="http://schemas.microsoft.com/office/drawing/2014/main" id="{01357805-7734-4188-B64F-8AB1AA620B80}"/>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75" name="Google Shape;175;p17">
            <a:extLst xmlns:a="http://schemas.openxmlformats.org/drawingml/2006/main">
              <a:ext uri="{FF2B5EF4-FFF2-40B4-BE49-F238E27FC236}">
                <a16:creationId xmlns:a16="http://schemas.microsoft.com/office/drawing/2014/main" id="{542C1F76-E1C2-4C92-97A2-1BB724409F05}"/>
              </a:ext>
            </a:extLst>
          </p:cNvPr>
          <p:cNvSpPr>
            <a:spLocks xmlns:a="http://schemas.openxmlformats.org/drawingml/2006/main" noGrp="1"/>
          </p:cNvSpPr>
          <p:nvPr/>
        </p:nvSpPr>
        <p:spPr>
          <a:xfrm xmlns:a="http://schemas.openxmlformats.org/drawingml/2006/main">
            <a:off x="12801600" y="201168"/>
            <a:ext cx="45720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FINAL STOP</a:t>
            </a:r>
            <a:endParaRPr/>
          </a:p>
        </p:txBody>
      </p:sp>
      <p:sp>
        <p:nvSpPr>
          <p:cNvPr id="176" name="Google Shape;176;p17">
            <a:extLst xmlns:a="http://schemas.openxmlformats.org/drawingml/2006/main">
              <a:ext uri="{FF2B5EF4-FFF2-40B4-BE49-F238E27FC236}">
                <a16:creationId xmlns:a16="http://schemas.microsoft.com/office/drawing/2014/main" id="{7F2DC12A-4C10-45E9-BC2A-90657FE294FF}"/>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04 / 04</a:t>
            </a:r>
            <a:endParaRPr/>
          </a:p>
        </p:txBody>
      </p:sp>
      <p:sp>
        <p:nvSpPr>
          <p:cNvPr id="177" name="Google Shape;177;p17">
            <a:extLst xmlns:a="http://schemas.openxmlformats.org/drawingml/2006/main">
              <a:ext uri="{FF2B5EF4-FFF2-40B4-BE49-F238E27FC236}">
                <a16:creationId xmlns:a16="http://schemas.microsoft.com/office/drawing/2014/main" id="{6A8F7DCB-4E34-4EB3-9720-8FBA8683AE5D}"/>
              </a:ext>
            </a:extLst>
          </p:cNvPr>
          <p:cNvSpPr>
            <a:spLocks xmlns:a="http://schemas.openxmlformats.org/drawingml/2006/main" noGrp="1"/>
          </p:cNvSpPr>
          <p:nvPr/>
        </p:nvSpPr>
        <p:spPr>
          <a:xfrm xmlns:a="http://schemas.openxmlformats.org/drawingml/2006/main">
            <a:off x="914400" y="2103120"/>
            <a:ext cx="1645920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0000" b="1" i="0" u="none" strike="noStrike" cap="none">
                <a:solidFill>
                  <a:srgbClr val="0F0F0F"/>
                </a:solidFill>
                <a:latin typeface="Inter Tight"/>
                <a:ea typeface="Inter Tight"/>
                <a:cs typeface="Inter Tight"/>
              </a:rPr>
              <a:t>THE TEAM</a:t>
            </a:r>
            <a:endParaRPr/>
          </a:p>
        </p:txBody>
      </p:sp>
      <p:sp>
        <p:nvSpPr>
          <p:cNvPr id="178" name="Google Shape;178;p17">
            <a:extLst xmlns:a="http://schemas.openxmlformats.org/drawingml/2006/main">
              <a:ext uri="{FF2B5EF4-FFF2-40B4-BE49-F238E27FC236}">
                <a16:creationId xmlns:a16="http://schemas.microsoft.com/office/drawing/2014/main" id="{AA494132-E033-4DE6-8898-89FA0F1019F4}"/>
              </a:ext>
            </a:extLst>
          </p:cNvPr>
          <p:cNvSpPr>
            <a:spLocks xmlns:a="http://schemas.openxmlformats.org/drawingml/2006/main" noGrp="1"/>
          </p:cNvSpPr>
          <p:nvPr/>
        </p:nvSpPr>
        <p:spPr>
          <a:xfrm xmlns:a="http://schemas.openxmlformats.org/drawingml/2006/main">
            <a:off x="914400" y="3931920"/>
            <a:ext cx="1097280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2800" b="1" i="0" u="none" strike="noStrike" cap="none">
                <a:solidFill>
                  <a:srgbClr val="0F0F0F"/>
                </a:solidFill>
                <a:latin typeface="Instrument Sans"/>
                <a:ea typeface="Instrument Sans"/>
                <a:cs typeface="Instrument Sans"/>
              </a:rPr>
              <a:t>EasyAI / Oleksiy Onishchenko / Solo builder</a:t>
            </a:r>
            <a:endParaRPr/>
          </a:p>
        </p:txBody>
      </p:sp>
      <p:sp>
        <p:nvSpPr>
          <p:cNvPr id="179" name="Google Shape;179;p17">
            <a:extLst xmlns:a="http://schemas.openxmlformats.org/drawingml/2006/main">
              <a:ext uri="{FF2B5EF4-FFF2-40B4-BE49-F238E27FC236}">
                <a16:creationId xmlns:a16="http://schemas.microsoft.com/office/drawing/2014/main" id="{35D6B7B7-FA3E-4A8D-B511-03A2E588A0A5}"/>
              </a:ext>
            </a:extLst>
          </p:cNvPr>
          <p:cNvSpPr>
            <a:spLocks xmlns:a="http://schemas.openxmlformats.org/drawingml/2006/main" noGrp="1"/>
          </p:cNvSpPr>
          <p:nvPr/>
        </p:nvSpPr>
        <p:spPr>
          <a:xfrm xmlns:a="http://schemas.openxmlformats.org/drawingml/2006/main">
            <a:off x="914400" y="4709160"/>
            <a:ext cx="11612880" cy="1351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2400">
                <a:solidFill>
                  <a:srgbClr val="2A2A2A"/>
                </a:solidFill>
                <a:latin typeface="Instrument Sans"/>
                <a:ea typeface="Instrument Sans"/>
                <a:cs typeface="Instrument Sans"/>
              </a:defRPr>
            </a:defPPr>
            <a:lvl1pPr>
              <a:buNone/>
              <a:defRPr sz="2400">
                <a:solidFill>
                  <a:srgbClr val="2A2A2A"/>
                </a:solidFill>
                <a:latin typeface="Instrument Sans"/>
                <a:ea typeface="Instrument Sans"/>
                <a:cs typeface="Instrument Sans"/>
              </a:defRPr>
            </a:lvl1pPr>
            <a:lvl2pPr>
              <a:buNone/>
              <a:defRPr sz="2400">
                <a:solidFill>
                  <a:srgbClr val="2A2A2A"/>
                </a:solidFill>
                <a:latin typeface="Instrument Sans"/>
                <a:ea typeface="Instrument Sans"/>
                <a:cs typeface="Instrument Sans"/>
              </a:defRPr>
            </a:lvl2pPr>
            <a:lvl3pPr>
              <a:buNone/>
              <a:defRPr sz="2400">
                <a:solidFill>
                  <a:srgbClr val="2A2A2A"/>
                </a:solidFill>
                <a:latin typeface="Instrument Sans"/>
                <a:ea typeface="Instrument Sans"/>
                <a:cs typeface="Instrument Sans"/>
              </a:defRPr>
            </a:lvl3pPr>
            <a:lvl4pPr>
              <a:buNone/>
              <a:defRPr sz="2400">
                <a:solidFill>
                  <a:srgbClr val="2A2A2A"/>
                </a:solidFill>
                <a:latin typeface="Instrument Sans"/>
                <a:ea typeface="Instrument Sans"/>
                <a:cs typeface="Instrument Sans"/>
              </a:defRPr>
            </a:lvl4pPr>
            <a:lvl5pPr>
              <a:buNone/>
              <a:defRPr sz="2400">
                <a:solidFill>
                  <a:srgbClr val="2A2A2A"/>
                </a:solidFill>
                <a:latin typeface="Instrument Sans"/>
                <a:ea typeface="Instrument Sans"/>
                <a:cs typeface="Instrument Sans"/>
              </a:defRPr>
            </a:lvl5pPr>
            <a:lvl6pPr>
              <a:buNone/>
              <a:defRPr sz="2400">
                <a:solidFill>
                  <a:srgbClr val="2A2A2A"/>
                </a:solidFill>
                <a:latin typeface="Instrument Sans"/>
                <a:ea typeface="Instrument Sans"/>
                <a:cs typeface="Instrument Sans"/>
              </a:defRPr>
            </a:lvl6pPr>
            <a:lvl7pPr>
              <a:buNone/>
              <a:defRPr sz="2400">
                <a:solidFill>
                  <a:srgbClr val="2A2A2A"/>
                </a:solidFill>
                <a:latin typeface="Instrument Sans"/>
                <a:ea typeface="Instrument Sans"/>
                <a:cs typeface="Instrument Sans"/>
              </a:defRPr>
            </a:lvl7pPr>
            <a:lvl8pPr>
              <a:buNone/>
              <a:defRPr sz="2400">
                <a:solidFill>
                  <a:srgbClr val="2A2A2A"/>
                </a:solidFill>
                <a:latin typeface="Instrument Sans"/>
                <a:ea typeface="Instrument Sans"/>
                <a:cs typeface="Instrument Sans"/>
              </a:defRPr>
            </a:lvl8pPr>
            <a:lvl9pPr>
              <a:buNone/>
              <a:defRPr sz="2400">
                <a:solidFill>
                  <a:srgbClr val="2A2A2A"/>
                </a:solidFill>
                <a:latin typeface="Instrument Sans"/>
                <a:ea typeface="Instrument Sans"/>
                <a:cs typeface="Instrument Sans"/>
              </a:defRPr>
            </a:lvl9pPr>
          </a:lstStyle>
          <a:p xmlns:a="http://schemas.openxmlformats.org/drawingml/2006/main">
            <a:pPr marL="411480" marR="0" lvl="0" indent="-411480" algn="l">
              <a:spcBef>
                <a:spcPts val="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25+ years in software, including fintech and cloud systems.</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Solo engineer behind two production marketplaces.</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Former 3Commas Engineering Manager and R&amp;D Engineering Director.</a:t>
            </a:r>
            <a:endParaRPr/>
          </a:p>
        </p:txBody>
      </p:sp>
      <p:sp>
        <p:nvSpPr>
          <p:cNvPr id="180" name="Google Shape;180;p17">
            <a:extLst xmlns:a="http://schemas.openxmlformats.org/drawingml/2006/main">
              <a:ext uri="{FF2B5EF4-FFF2-40B4-BE49-F238E27FC236}">
                <a16:creationId xmlns:a16="http://schemas.microsoft.com/office/drawing/2014/main" id="{20BBFE67-E7D7-4DA5-A12C-DB5FCDDD0046}"/>
              </a:ext>
            </a:extLst>
          </p:cNvPr>
          <p:cNvSpPr>
            <a:spLocks xmlns:a="http://schemas.openxmlformats.org/drawingml/2006/main" noGrp="1"/>
          </p:cNvSpPr>
          <p:nvPr/>
        </p:nvSpPr>
        <p:spPr>
          <a:xfrm xmlns:a="http://schemas.openxmlformats.org/drawingml/2006/main">
            <a:off x="914400" y="7086600"/>
            <a:ext cx="10789920" cy="1051560"/>
          </a:xfrm>
          <a:prstGeom xmlns:a="http://schemas.openxmlformats.org/drawingml/2006/main" prst="roundRect">
            <a:avLst>
              <a:gd name="adj" fmla="val 22000"/>
            </a:avLst>
          </a:prstGeom>
          <a:solidFill xmlns:a="http://schemas.openxmlformats.org/drawingml/2006/main">
            <a:srgbClr val="FFFFFF"/>
          </a:solidFill>
          <a:ln xmlns:a="http://schemas.openxmlformats.org/drawingml/2006/main" w="38100" cap="flat" cmpd="sng">
            <a:solidFill>
              <a:srgbClr val="FDDA24"/>
            </a:solidFill>
            <a:prstDash val="solid"/>
            <a:round/>
            <a:headEnd type="none" w="sm" len="sm"/>
            <a:tailEnd type="none" w="sm" len="sm"/>
          </a:ln>
        </p:spPr>
        <p:txBody>
          <a:bodyPr xmlns:a="http://schemas.openxmlformats.org/drawingml/2006/main" spcFirstLastPara="1" wrap="square" lIns="365750" tIns="0" rIns="365750" bIns="0" anchor="ctr">
            <a:noAutofit/>
          </a:bodyPr>
          <a:lstStyle xmlns:a="http://schemas.openxmlformats.org/drawingml/2006/main"/>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Built: proof circuit, policy contracts, API, interface and demo.</a:t>
            </a:r>
            <a:endParaRPr/>
          </a:p>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Post-MVP: real verification, proof renewal and non-GPL stack.</a:t>
            </a:r>
            <a:endParaRPr/>
          </a:p>
        </p:txBody>
      </p:sp>
      <p:sp>
        <p:nvSpPr>
          <p:cNvPr id="181" name="Google Shape;181;p17">
            <a:extLst xmlns:a="http://schemas.openxmlformats.org/drawingml/2006/main">
              <a:ext uri="{FF2B5EF4-FFF2-40B4-BE49-F238E27FC236}">
                <a16:creationId xmlns:a16="http://schemas.microsoft.com/office/drawing/2014/main" id="{4E6824C6-79EC-4B05-B1A8-90676CE9D402}"/>
              </a:ext>
            </a:extLst>
          </p:cNvPr>
          <p:cNvSpPr>
            <a:spLocks xmlns:a="http://schemas.openxmlformats.org/drawingml/2006/main" noGrp="1"/>
          </p:cNvSpPr>
          <p:nvPr/>
        </p:nvSpPr>
        <p:spPr>
          <a:xfrm xmlns:a="http://schemas.openxmlformats.org/drawingml/2006/main">
            <a:off x="12893040" y="4023360"/>
            <a:ext cx="4480560" cy="2597771"/>
          </a:xfrm>
          <a:custGeom xmlns:a="http://schemas.openxmlformats.org/drawingml/2006/main">
            <a:rect l="l" t="t" r="r" b="b"/>
            <a:pathLst>
              <a:path w="4480560" h="2597771">
                <a:moveTo>
                  <a:pt x="0" y="0"/>
                </a:moveTo>
                <a:lnTo>
                  <a:pt x="0" y="1000976"/>
                </a:lnTo>
                <a:lnTo>
                  <a:pt x="2240280" y="2597771"/>
                </a:lnTo>
                <a:lnTo>
                  <a:pt x="4480560" y="1000976"/>
                </a:lnTo>
                <a:lnTo>
                  <a:pt x="4480560" y="0"/>
                </a:lnTo>
                <a:lnTo>
                  <a:pt x="2240280" y="1358467"/>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2" name="Google Shape;182;p17">
            <a:extLst xmlns:a="http://schemas.openxmlformats.org/drawingml/2006/main">
              <a:ext uri="{FF2B5EF4-FFF2-40B4-BE49-F238E27FC236}">
                <a16:creationId xmlns:a16="http://schemas.microsoft.com/office/drawing/2014/main" id="{79D5CF23-AC89-4CAA-A941-2FD485BE86B3}"/>
              </a:ext>
            </a:extLst>
          </p:cNvPr>
          <p:cNvSpPr>
            <a:spLocks xmlns:a="http://schemas.openxmlformats.org/drawingml/2006/main" noGrp="1"/>
          </p:cNvSpPr>
          <p:nvPr/>
        </p:nvSpPr>
        <p:spPr>
          <a:xfrm xmlns:a="http://schemas.openxmlformats.org/drawingml/2006/main">
            <a:off x="12893040" y="5882315"/>
            <a:ext cx="1310802" cy="1620628"/>
          </a:xfrm>
          <a:custGeom xmlns:a="http://schemas.openxmlformats.org/drawingml/2006/main">
            <a:rect l="l" t="t" r="r" b="b"/>
            <a:pathLst>
              <a:path w="1310802" h="1620628">
                <a:moveTo>
                  <a:pt x="0" y="0"/>
                </a:moveTo>
                <a:lnTo>
                  <a:pt x="0" y="1620628"/>
                </a:lnTo>
                <a:lnTo>
                  <a:pt x="1310802"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3" name="Google Shape;183;p17">
            <a:extLst xmlns:a="http://schemas.openxmlformats.org/drawingml/2006/main">
              <a:ext uri="{FF2B5EF4-FFF2-40B4-BE49-F238E27FC236}">
                <a16:creationId xmlns:a16="http://schemas.microsoft.com/office/drawing/2014/main" id="{C28643D1-FE0A-4CAA-ADAC-3844982CEE2C}"/>
              </a:ext>
            </a:extLst>
          </p:cNvPr>
          <p:cNvSpPr>
            <a:spLocks xmlns:a="http://schemas.openxmlformats.org/drawingml/2006/main" noGrp="1"/>
          </p:cNvSpPr>
          <p:nvPr/>
        </p:nvSpPr>
        <p:spPr>
          <a:xfrm xmlns:a="http://schemas.openxmlformats.org/drawingml/2006/main">
            <a:off x="16062797" y="5882315"/>
            <a:ext cx="1310803" cy="1620628"/>
          </a:xfrm>
          <a:custGeom xmlns:a="http://schemas.openxmlformats.org/drawingml/2006/main">
            <a:rect l="l" t="t" r="r" b="b"/>
            <a:pathLst>
              <a:path w="1310803" h="1620628">
                <a:moveTo>
                  <a:pt x="1310803" y="0"/>
                </a:moveTo>
                <a:lnTo>
                  <a:pt x="1310803" y="1620628"/>
                </a:lnTo>
                <a:lnTo>
                  <a:pt x="0"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4" name="Google Shape;184;p17">
            <a:extLst xmlns:a="http://schemas.openxmlformats.org/drawingml/2006/main">
              <a:ext uri="{FF2B5EF4-FFF2-40B4-BE49-F238E27FC236}">
                <a16:creationId xmlns:a16="http://schemas.microsoft.com/office/drawing/2014/main" id="{0B4A3FF3-8CD1-4D36-8C49-C4A9DD13E917}"/>
              </a:ext>
            </a:extLst>
          </p:cNvPr>
          <p:cNvSpPr>
            <a:spLocks xmlns:a="http://schemas.openxmlformats.org/drawingml/2006/main" noGrp="1"/>
          </p:cNvSpPr>
          <p:nvPr/>
        </p:nvSpPr>
        <p:spPr>
          <a:xfrm xmlns:a="http://schemas.openxmlformats.org/drawingml/2006/main" rot="5400000">
            <a:off x="15133320" y="7498079"/>
            <a:ext cx="502920" cy="5029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5" name="Google Shape;185;p17">
            <a:extLst xmlns:a="http://schemas.openxmlformats.org/drawingml/2006/main">
              <a:ext uri="{FF2B5EF4-FFF2-40B4-BE49-F238E27FC236}">
                <a16:creationId xmlns:a16="http://schemas.microsoft.com/office/drawing/2014/main" id="{1AED71B4-E6C7-441A-9074-165BDE7062C8}"/>
              </a:ext>
            </a:extLst>
          </p:cNvPr>
          <p:cNvSpPr>
            <a:spLocks xmlns:a="http://schemas.openxmlformats.org/drawingml/2006/main" noGrp="1"/>
          </p:cNvSpPr>
          <p:nvPr/>
        </p:nvSpPr>
        <p:spPr>
          <a:xfrm xmlns:a="http://schemas.openxmlformats.org/drawingml/2006/main" rot="5400000">
            <a:off x="15611094" y="7498079"/>
            <a:ext cx="502920" cy="5029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6" name="Google Shape;186;p17">
            <a:extLst xmlns:a="http://schemas.openxmlformats.org/drawingml/2006/main">
              <a:ext uri="{FF2B5EF4-FFF2-40B4-BE49-F238E27FC236}">
                <a16:creationId xmlns:a16="http://schemas.microsoft.com/office/drawing/2014/main" id="{3425FFAF-AD96-460D-A358-EEC17E39B7EC}"/>
              </a:ext>
            </a:extLst>
          </p:cNvPr>
          <p:cNvSpPr>
            <a:spLocks xmlns:a="http://schemas.openxmlformats.org/drawingml/2006/main" noGrp="1"/>
          </p:cNvSpPr>
          <p:nvPr/>
        </p:nvSpPr>
        <p:spPr>
          <a:xfrm xmlns:a="http://schemas.openxmlformats.org/drawingml/2006/main" rot="5400000">
            <a:off x="16088867" y="7498079"/>
            <a:ext cx="502920" cy="5029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7" name="Google Shape;187;p17">
            <a:extLst xmlns:a="http://schemas.openxmlformats.org/drawingml/2006/main">
              <a:ext uri="{FF2B5EF4-FFF2-40B4-BE49-F238E27FC236}">
                <a16:creationId xmlns:a16="http://schemas.microsoft.com/office/drawing/2014/main" id="{35FD91CA-BBB3-4339-9424-ACAD4E6088B9}"/>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8" name="Google Shape;188;p17">
            <a:extLst xmlns:a="http://schemas.openxmlformats.org/drawingml/2006/main">
              <a:ext uri="{FF2B5EF4-FFF2-40B4-BE49-F238E27FC236}">
                <a16:creationId xmlns:a16="http://schemas.microsoft.com/office/drawing/2014/main" id="{C23EDC0D-2B1F-43C9-A157-7F044362B986}"/>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89" name="Google Shape;189;p17">
            <a:extLst xmlns:a="http://schemas.openxmlformats.org/drawingml/2006/main">
              <a:ext uri="{FF2B5EF4-FFF2-40B4-BE49-F238E27FC236}">
                <a16:creationId xmlns:a16="http://schemas.microsoft.com/office/drawing/2014/main" id="{242FB942-0558-48A5-A4D6-75DC7089474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cef2f84741c4aa6">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90" name="MVP target / Synthetic credentials / Res">
            <a:extLst xmlns:a="http://schemas.openxmlformats.org/drawingml/2006/main">
              <a:ext uri="{FF2B5EF4-FFF2-40B4-BE49-F238E27FC236}">
                <a16:creationId xmlns:a16="http://schemas.microsoft.com/office/drawing/2014/main" id="{ABE81326-9827-4678-A205-78A69B8672E5}"/>
              </a:ext>
            </a:extLst>
          </p:cNvPr>
          <p:cNvSpPr>
            <a:spLocks xmlns:a="http://schemas.openxmlformats.org/drawingml/2006/main" noGrp="1"/>
          </p:cNvSpPr>
          <p:nvPr/>
        </p:nvSpPr>
        <p:spPr>
          <a:xfrm xmlns:a="http://schemas.openxmlformats.org/drawingml/2006/main">
            <a:off x="914400" y="84201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00">
                <a:solidFill>
                  <a:srgbClr val="5C5C5C"/>
                </a:solidFill>
                <a:latin typeface="JetBrains Mono"/>
                <a:ea typeface="JetBrains Mono"/>
                <a:cs typeface="JetBrains Mono"/>
              </a:defRPr>
            </a:defPPr>
            <a:lvl1pPr>
              <a:buNone/>
              <a:defRPr sz="1400">
                <a:solidFill>
                  <a:srgbClr val="5C5C5C"/>
                </a:solidFill>
                <a:latin typeface="JetBrains Mono"/>
                <a:ea typeface="JetBrains Mono"/>
                <a:cs typeface="JetBrains Mono"/>
              </a:defRPr>
            </a:lvl1pPr>
            <a:lvl2pPr>
              <a:buNone/>
              <a:defRPr sz="1400">
                <a:solidFill>
                  <a:srgbClr val="5C5C5C"/>
                </a:solidFill>
                <a:latin typeface="JetBrains Mono"/>
                <a:ea typeface="JetBrains Mono"/>
                <a:cs typeface="JetBrains Mono"/>
              </a:defRPr>
            </a:lvl2pPr>
            <a:lvl3pPr>
              <a:buNone/>
              <a:defRPr sz="1400">
                <a:solidFill>
                  <a:srgbClr val="5C5C5C"/>
                </a:solidFill>
                <a:latin typeface="JetBrains Mono"/>
                <a:ea typeface="JetBrains Mono"/>
                <a:cs typeface="JetBrains Mono"/>
              </a:defRPr>
            </a:lvl3pPr>
            <a:lvl4pPr>
              <a:buNone/>
              <a:defRPr sz="1400">
                <a:solidFill>
                  <a:srgbClr val="5C5C5C"/>
                </a:solidFill>
                <a:latin typeface="JetBrains Mono"/>
                <a:ea typeface="JetBrains Mono"/>
                <a:cs typeface="JetBrains Mono"/>
              </a:defRPr>
            </a:lvl4pPr>
            <a:lvl5pPr>
              <a:buNone/>
              <a:defRPr sz="1400">
                <a:solidFill>
                  <a:srgbClr val="5C5C5C"/>
                </a:solidFill>
                <a:latin typeface="JetBrains Mono"/>
                <a:ea typeface="JetBrains Mono"/>
                <a:cs typeface="JetBrains Mono"/>
              </a:defRPr>
            </a:lvl5pPr>
            <a:lvl6pPr>
              <a:buNone/>
              <a:defRPr sz="1400">
                <a:solidFill>
                  <a:srgbClr val="5C5C5C"/>
                </a:solidFill>
                <a:latin typeface="JetBrains Mono"/>
                <a:ea typeface="JetBrains Mono"/>
                <a:cs typeface="JetBrains Mono"/>
              </a:defRPr>
            </a:lvl6pPr>
            <a:lvl7pPr>
              <a:buNone/>
              <a:defRPr sz="1400">
                <a:solidFill>
                  <a:srgbClr val="5C5C5C"/>
                </a:solidFill>
                <a:latin typeface="JetBrains Mono"/>
                <a:ea typeface="JetBrains Mono"/>
                <a:cs typeface="JetBrains Mono"/>
              </a:defRPr>
            </a:lvl7pPr>
            <a:lvl8pPr>
              <a:buNone/>
              <a:defRPr sz="1400">
                <a:solidFill>
                  <a:srgbClr val="5C5C5C"/>
                </a:solidFill>
                <a:latin typeface="JetBrains Mono"/>
                <a:ea typeface="JetBrains Mono"/>
                <a:cs typeface="JetBrains Mono"/>
              </a:defRPr>
            </a:lvl8pPr>
            <a:lvl9pPr>
              <a:buNone/>
              <a:defRPr sz="1400">
                <a:solidFill>
                  <a:srgbClr val="5C5C5C"/>
                </a:solidFill>
                <a:latin typeface="JetBrains Mono"/>
                <a:ea typeface="JetBrains Mono"/>
                <a:cs typeface="JetBrains Mono"/>
              </a:defRPr>
            </a:lvl9pPr>
          </a:lstStyle>
          <a:p xmlns:a="http://schemas.openxmlformats.org/drawingml/2006/main">
            <a:pPr>
              <a:buNone/>
              <a:defRPr sz="1400">
                <a:solidFill>
                  <a:srgbClr val="5C5C5C"/>
                </a:solidFill>
                <a:latin typeface="JetBrains Mono"/>
                <a:ea typeface="JetBrains Mono"/>
                <a:cs typeface="JetBrains Mono"/>
              </a:defRPr>
            </a:pPr>
            <a:r>
              <a:rPr sz="1400">
                <a:solidFill>
                  <a:srgbClr val="5C5C5C"/>
                </a:solidFill>
                <a:latin typeface="JetBrains Mono"/>
                <a:ea typeface="JetBrains Mono"/>
                <a:cs typeface="JetBrains Mono"/>
              </a:rPr>
              <a:t>Human review and submission: Oleksiy / Real bank and registry integration: post-MVP</a:t>
            </a:r>
          </a:p>
        </p:txBody>
      </p:sp>
      <p:pic>
        <p:nvPicPr>
          <p:cNvPr id="191" name="">
            <a:extLst xmlns:a="http://schemas.openxmlformats.org/drawingml/2006/main">
              <a:ext uri="{FF2B5EF4-FFF2-40B4-BE49-F238E27FC236}">
                <a16:creationId xmlns:a16="http://schemas.microsoft.com/office/drawing/2014/main" id="{F700F510-B33C-4464-B169-DE285AEB3B4A}"/>
              </a:ext>
            </a:extLst>
          </p:cNvPr>
          <p:cNvPicPr>
            <a:picLocks xmlns:a="http://schemas.openxmlformats.org/drawingml/2006/main" noChangeAspect="1"/>
          </p:cNvPicPr>
          <p:nvPr/>
        </p:nvPicPr>
        <p:blipFill>
          <a:blip xmlns:r="http://schemas.openxmlformats.org/officeDocument/2006/relationships" xmlns:a="http://schemas.openxmlformats.org/drawingml/2006/main" r:embed="R6ac7b064ffc94e3d"/>
          <a:srcRect xmlns:a="http://schemas.openxmlformats.org/drawingml/2006/main" l="0" t="0" r="0" b="0"/>
          <a:stretch xmlns:a="http://schemas.openxmlformats.org/drawingml/2006/main"/>
        </p:blipFill>
        <p:spPr>
          <a:xfrm xmlns:a="http://schemas.openxmlformats.org/drawingml/2006/main">
            <a:off x="12611100" y="3238500"/>
            <a:ext cx="4762500" cy="4095750"/>
          </a:xfrm>
          <a:prstGeom xmlns:a="http://schemas.openxmlformats.org/drawingml/2006/main" prst="rect">
            <a:avLst/>
          </a:prstGeom>
        </p:spPr>
      </p:pic>
    </p:spTree>
    <p:extLst>
      <p:ext uri="{BB962C8B-B14F-4D97-AF65-F5344CB8AC3E}">
        <p14:creationId xmlns:p14="http://schemas.microsoft.com/office/powerpoint/2010/main" val="1399007677"/>
      </p:ext>
    </p:extLst>
  </p:cSld>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2026-10-26T05:17:20.3210000Z</dcterms:created>
  <dcterms:modified xsi:type="dcterms:W3CDTF">2026-10-26T05:17:20.3210000Z</dcterms:modified>
</coreProperties>
</file>