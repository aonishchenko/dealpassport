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Instrument Sans"/>
      <p:regular r:id="rId11"/>
      <p:bold r:id="rId12"/>
      <p:italic r:id="rId13"/>
      <p:boldItalic r:id="rId14"/>
    </p:embeddedFont>
    <p:embeddedFont>
      <p:font typeface="Inter Tight"/>
      <p:regular r:id="rId15"/>
      <p:bold r:id="rId16"/>
      <p:italic r:id="rId17"/>
      <p:boldItalic r:id="rId18"/>
    </p:embeddedFon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.fntdata"/><Relationship Id="rId11" Type="http://schemas.openxmlformats.org/officeDocument/2006/relationships/font" Target="fonts/InstrumentSans-regular.fntdata"/><Relationship Id="rId22" Type="http://schemas.openxmlformats.org/officeDocument/2006/relationships/font" Target="fonts/JetBrainsMono-bold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italic.fntdata"/><Relationship Id="rId13" Type="http://schemas.openxmlformats.org/officeDocument/2006/relationships/font" Target="fonts/InstrumentSans-italic.fntdata"/><Relationship Id="rId12" Type="http://schemas.openxmlformats.org/officeDocument/2006/relationships/font" Target="fonts/Instrument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Tight-regular.fntdata"/><Relationship Id="rId14" Type="http://schemas.openxmlformats.org/officeDocument/2006/relationships/font" Target="fonts/InstrumentSans-boldItalic.fntdata"/><Relationship Id="rId17" Type="http://schemas.openxmlformats.org/officeDocument/2006/relationships/font" Target="fonts/InterTight-italic.fntdata"/><Relationship Id="rId16" Type="http://schemas.openxmlformats.org/officeDocument/2006/relationships/font" Target="fonts/InterTigh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regular.fntdata"/><Relationship Id="rId6" Type="http://schemas.openxmlformats.org/officeDocument/2006/relationships/slide" Target="slides/slide1.xml"/><Relationship Id="rId18" Type="http://schemas.openxmlformats.org/officeDocument/2006/relationships/font" Target="fonts/InterT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 b="0" i="0" sz="4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0584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01 / 05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914400" y="1600200"/>
            <a:ext cx="3291840" cy="475488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DECK · MADE TO MOVE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514600"/>
            <a:ext cx="10972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HACKATHON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TEMPLATE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2435840" y="2103120"/>
            <a:ext cx="4937760" cy="2862850"/>
          </a:xfrm>
          <a:custGeom>
            <a:rect b="b" l="l" r="r" t="t"/>
            <a:pathLst>
              <a:path extrusionOk="0" h="2862850" w="4937760">
                <a:moveTo>
                  <a:pt x="0" y="0"/>
                </a:moveTo>
                <a:lnTo>
                  <a:pt x="0" y="1103116"/>
                </a:lnTo>
                <a:lnTo>
                  <a:pt x="2468880" y="2862850"/>
                </a:lnTo>
                <a:lnTo>
                  <a:pt x="4937760" y="1103116"/>
                </a:lnTo>
                <a:lnTo>
                  <a:pt x="4937760" y="0"/>
                </a:lnTo>
                <a:lnTo>
                  <a:pt x="2468880" y="1497086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2435840" y="4151765"/>
            <a:ext cx="1444557" cy="1785998"/>
          </a:xfrm>
          <a:custGeom>
            <a:rect b="b" l="l" r="r" t="t"/>
            <a:pathLst>
              <a:path extrusionOk="0" h="1785998" w="1444557">
                <a:moveTo>
                  <a:pt x="0" y="0"/>
                </a:moveTo>
                <a:lnTo>
                  <a:pt x="0" y="1785998"/>
                </a:lnTo>
                <a:lnTo>
                  <a:pt x="1444557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5929042" y="4151765"/>
            <a:ext cx="1444558" cy="1785998"/>
          </a:xfrm>
          <a:custGeom>
            <a:rect b="b" l="l" r="r" t="t"/>
            <a:pathLst>
              <a:path extrusionOk="0" h="1785998" w="1444558">
                <a:moveTo>
                  <a:pt x="1444558" y="0"/>
                </a:moveTo>
                <a:lnTo>
                  <a:pt x="1444558" y="1785998"/>
                </a:lnTo>
                <a:lnTo>
                  <a:pt x="0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hm-white.png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6812280"/>
            <a:ext cx="4721192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5989320" y="6766560"/>
            <a:ext cx="18288" cy="9144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guava-white.png"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6967728"/>
            <a:ext cx="2159633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llar-whit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3960" y="6903720"/>
            <a:ext cx="2483581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 rot="5400000">
            <a:off x="14904720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" name="Google Shape;96;p13"/>
          <p:cNvSpPr/>
          <p:nvPr/>
        </p:nvSpPr>
        <p:spPr>
          <a:xfrm rot="5400000">
            <a:off x="15599664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7" name="Google Shape;97;p13"/>
          <p:cNvSpPr/>
          <p:nvPr/>
        </p:nvSpPr>
        <p:spPr>
          <a:xfrm rot="5400000">
            <a:off x="16294608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914400" y="8641080"/>
            <a:ext cx="16459200" cy="1371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914400" y="8961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2026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4008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#HackMeridian26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8872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7A7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02 / 05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PMF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01 / 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SOLUTION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Show how your project solves the problem.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Present your idea as the answer to the pain point.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Highlight what makes it unique or better than other options.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Keep it short, clear, and exciting.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is your solution the best way to fix this?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8" name="Google Shape;118;p14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9" name="Google Shape;119;p14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0" name="Google Shape;120;p14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03 / 05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TECHNICAL WORKFLOW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02 / 04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PMF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This is where you explain what real-world issue you’re solving.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Show why this problem matters (who is affected and how big the impact is).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possible, use numbers, examples, or stories to make it feel real.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should anyone care about this problem?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1" name="Google Shape;141;p15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04 / 05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THE TEAM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03 / 04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TECHNICAL WORKFLOW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Here you explain how your solution workflow works in practice.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Briefly describe the technology, product, or process.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Focus on the logic and feasibility, not every technical detail.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How does this actually work and why will it succeed?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2" name="Google Shape;162;p16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3" name="Google Shape;163;p16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05 / 05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STOP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04 / 04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TEAM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Finally, explain who is behind the project.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Highlight the skills and roles of your team members.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Add a small picture of team.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Use maximum 3 lines for each member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Think: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Why are you the right people to solve this problem?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4" name="Google Shape;184;p17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5" name="Google Shape;185;p17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6" name="Google Shape;186;p17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